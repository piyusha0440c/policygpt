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7" r:id="rId2"/>
    <p:sldId id="438" r:id="rId3"/>
    <p:sldId id="414" r:id="rId4"/>
    <p:sldId id="444" r:id="rId5"/>
    <p:sldId id="443" r:id="rId6"/>
    <p:sldId id="417" r:id="rId7"/>
    <p:sldId id="439" r:id="rId8"/>
    <p:sldId id="431" r:id="rId9"/>
    <p:sldId id="432" r:id="rId10"/>
    <p:sldId id="433" r:id="rId11"/>
    <p:sldId id="445" r:id="rId12"/>
    <p:sldId id="434" r:id="rId13"/>
    <p:sldId id="435" r:id="rId14"/>
    <p:sldId id="436" r:id="rId15"/>
    <p:sldId id="446" r:id="rId16"/>
    <p:sldId id="437" r:id="rId17"/>
    <p:sldId id="421" r:id="rId18"/>
    <p:sldId id="442" r:id="rId19"/>
    <p:sldId id="428" r:id="rId20"/>
  </p:sldIdLst>
  <p:sldSz cx="12192000" cy="6858000"/>
  <p:notesSz cx="6858000" cy="9144000"/>
  <p:embeddedFontLst>
    <p:embeddedFont>
      <p:font typeface="맑은 고딕" panose="020B0503020000020004" pitchFamily="34" charset="-127"/>
      <p:regular r:id="rId23"/>
      <p:bold r:id="rId24"/>
    </p:embeddedFont>
    <p:embeddedFont>
      <p:font typeface="Elephant Pro" panose="00000500000000000000" pitchFamily="2" charset="0"/>
      <p:regular r:id="rId25"/>
      <p:italic r:id="rId26"/>
    </p:embeddedFont>
    <p:embeddedFont>
      <p:font typeface="Nunito Black" pitchFamily="2" charset="0"/>
      <p:bold r:id="rId27"/>
      <p:boldItalic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FFB"/>
    <a:srgbClr val="0034DA"/>
    <a:srgbClr val="190B48"/>
    <a:srgbClr val="0E30AC"/>
    <a:srgbClr val="9C3BD1"/>
    <a:srgbClr val="892AC6"/>
    <a:srgbClr val="01020F"/>
    <a:srgbClr val="6E91FF"/>
    <a:srgbClr val="D1DCFF"/>
    <a:srgbClr val="A7B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t Pattanayak" userId="d96d068b27bd2c84" providerId="LiveId" clId="{D3A7861A-3E47-4634-8AD1-D3EE5BE64C22}"/>
    <pc:docChg chg="undo redo custSel addSld delSld modSld sldOrd">
      <pc:chgData name="Ashit Pattanayak" userId="d96d068b27bd2c84" providerId="LiveId" clId="{D3A7861A-3E47-4634-8AD1-D3EE5BE64C22}" dt="2026-08-21T17:40:09.369" v="1136"/>
      <pc:docMkLst>
        <pc:docMk/>
      </pc:docMkLst>
      <pc:sldChg chg="modSp mod">
        <pc:chgData name="Ashit Pattanayak" userId="d96d068b27bd2c84" providerId="LiveId" clId="{D3A7861A-3E47-4634-8AD1-D3EE5BE64C22}" dt="2026-08-18T16:57:46.399" v="16" actId="207"/>
        <pc:sldMkLst>
          <pc:docMk/>
          <pc:sldMk cId="2765140013" sldId="277"/>
        </pc:sldMkLst>
        <pc:spChg chg="mod">
          <ac:chgData name="Ashit Pattanayak" userId="d96d068b27bd2c84" providerId="LiveId" clId="{D3A7861A-3E47-4634-8AD1-D3EE5BE64C22}" dt="2026-08-18T16:55:06.461" v="10" actId="20577"/>
          <ac:spMkLst>
            <pc:docMk/>
            <pc:sldMk cId="2765140013" sldId="277"/>
            <ac:spMk id="13" creationId="{9E1B3F51-2A7A-4941-A9D1-34971EE8BF47}"/>
          </ac:spMkLst>
        </pc:spChg>
        <pc:spChg chg="mod">
          <ac:chgData name="Ashit Pattanayak" userId="d96d068b27bd2c84" providerId="LiveId" clId="{D3A7861A-3E47-4634-8AD1-D3EE5BE64C22}" dt="2026-08-18T16:57:46.399" v="16" actId="207"/>
          <ac:spMkLst>
            <pc:docMk/>
            <pc:sldMk cId="2765140013" sldId="277"/>
            <ac:spMk id="14" creationId="{C5B22CEC-F3DC-4BA9-ACF6-1243FBBF8DC6}"/>
          </ac:spMkLst>
        </pc:spChg>
        <pc:spChg chg="mod">
          <ac:chgData name="Ashit Pattanayak" userId="d96d068b27bd2c84" providerId="LiveId" clId="{D3A7861A-3E47-4634-8AD1-D3EE5BE64C22}" dt="2026-08-18T16:55:12.323" v="12" actId="20577"/>
          <ac:spMkLst>
            <pc:docMk/>
            <pc:sldMk cId="2765140013" sldId="277"/>
            <ac:spMk id="15" creationId="{9B9FC99C-3D2C-4555-A7D3-F15B15A22150}"/>
          </ac:spMkLst>
        </pc:spChg>
      </pc:sldChg>
      <pc:sldChg chg="modSp mod">
        <pc:chgData name="Ashit Pattanayak" userId="d96d068b27bd2c84" providerId="LiveId" clId="{D3A7861A-3E47-4634-8AD1-D3EE5BE64C22}" dt="2026-08-18T18:24:11.897" v="238" actId="122"/>
        <pc:sldMkLst>
          <pc:docMk/>
          <pc:sldMk cId="2779909115" sldId="414"/>
        </pc:sldMkLst>
        <pc:spChg chg="mod">
          <ac:chgData name="Ashit Pattanayak" userId="d96d068b27bd2c84" providerId="LiveId" clId="{D3A7861A-3E47-4634-8AD1-D3EE5BE64C22}" dt="2026-08-18T18:13:17.872" v="214" actId="113"/>
          <ac:spMkLst>
            <pc:docMk/>
            <pc:sldMk cId="2779909115" sldId="414"/>
            <ac:spMk id="4" creationId="{D8CA7FEF-88FE-4675-8F51-960C59884B8B}"/>
          </ac:spMkLst>
        </pc:spChg>
        <pc:spChg chg="mod">
          <ac:chgData name="Ashit Pattanayak" userId="d96d068b27bd2c84" providerId="LiveId" clId="{D3A7861A-3E47-4634-8AD1-D3EE5BE64C22}" dt="2026-08-18T18:13:38.735" v="220" actId="20577"/>
          <ac:spMkLst>
            <pc:docMk/>
            <pc:sldMk cId="2779909115" sldId="414"/>
            <ac:spMk id="6" creationId="{E4A00FD3-3053-42E6-86F8-D9C5E8B1C7C0}"/>
          </ac:spMkLst>
        </pc:spChg>
        <pc:spChg chg="mod">
          <ac:chgData name="Ashit Pattanayak" userId="d96d068b27bd2c84" providerId="LiveId" clId="{D3A7861A-3E47-4634-8AD1-D3EE5BE64C22}" dt="2026-08-18T18:13:57.112" v="222" actId="113"/>
          <ac:spMkLst>
            <pc:docMk/>
            <pc:sldMk cId="2779909115" sldId="414"/>
            <ac:spMk id="8" creationId="{3287D12F-5D28-455E-974C-863FDC6FF064}"/>
          </ac:spMkLst>
        </pc:spChg>
        <pc:spChg chg="mod">
          <ac:chgData name="Ashit Pattanayak" userId="d96d068b27bd2c84" providerId="LiveId" clId="{D3A7861A-3E47-4634-8AD1-D3EE5BE64C22}" dt="2026-08-18T18:14:20.015" v="226" actId="113"/>
          <ac:spMkLst>
            <pc:docMk/>
            <pc:sldMk cId="2779909115" sldId="414"/>
            <ac:spMk id="9" creationId="{E8453C6B-E8B6-C052-9A02-2BB37A86A5E9}"/>
          </ac:spMkLst>
        </pc:spChg>
        <pc:spChg chg="mod">
          <ac:chgData name="Ashit Pattanayak" userId="d96d068b27bd2c84" providerId="LiveId" clId="{D3A7861A-3E47-4634-8AD1-D3EE5BE64C22}" dt="2026-08-18T18:21:09.444" v="235" actId="122"/>
          <ac:spMkLst>
            <pc:docMk/>
            <pc:sldMk cId="2779909115" sldId="414"/>
            <ac:spMk id="10" creationId="{80ED86D6-163F-5C8A-13E0-5ADD7B9C4E43}"/>
          </ac:spMkLst>
        </pc:spChg>
        <pc:spChg chg="mod">
          <ac:chgData name="Ashit Pattanayak" userId="d96d068b27bd2c84" providerId="LiveId" clId="{D3A7861A-3E47-4634-8AD1-D3EE5BE64C22}" dt="2026-08-18T18:20:31.483" v="231" actId="122"/>
          <ac:spMkLst>
            <pc:docMk/>
            <pc:sldMk cId="2779909115" sldId="414"/>
            <ac:spMk id="12" creationId="{B6A3C7AF-F58B-9DF2-70B3-B6B069FB3113}"/>
          </ac:spMkLst>
        </pc:spChg>
        <pc:spChg chg="mod">
          <ac:chgData name="Ashit Pattanayak" userId="d96d068b27bd2c84" providerId="LiveId" clId="{D3A7861A-3E47-4634-8AD1-D3EE5BE64C22}" dt="2026-08-18T18:20:06.887" v="229" actId="122"/>
          <ac:spMkLst>
            <pc:docMk/>
            <pc:sldMk cId="2779909115" sldId="414"/>
            <ac:spMk id="13" creationId="{12BE3033-A23D-F133-404B-D999629BE1F0}"/>
          </ac:spMkLst>
        </pc:spChg>
        <pc:spChg chg="mod">
          <ac:chgData name="Ashit Pattanayak" userId="d96d068b27bd2c84" providerId="LiveId" clId="{D3A7861A-3E47-4634-8AD1-D3EE5BE64C22}" dt="2026-08-18T18:24:11.897" v="238" actId="122"/>
          <ac:spMkLst>
            <pc:docMk/>
            <pc:sldMk cId="2779909115" sldId="414"/>
            <ac:spMk id="14" creationId="{B12637F9-6015-F175-4D1B-D3AED46D485B}"/>
          </ac:spMkLst>
        </pc:spChg>
      </pc:sldChg>
      <pc:sldChg chg="modSp mod">
        <pc:chgData name="Ashit Pattanayak" userId="d96d068b27bd2c84" providerId="LiveId" clId="{D3A7861A-3E47-4634-8AD1-D3EE5BE64C22}" dt="2026-08-21T17:40:09.369" v="1136"/>
        <pc:sldMkLst>
          <pc:docMk/>
          <pc:sldMk cId="179183081" sldId="417"/>
        </pc:sldMkLst>
        <pc:spChg chg="mod">
          <ac:chgData name="Ashit Pattanayak" userId="d96d068b27bd2c84" providerId="LiveId" clId="{D3A7861A-3E47-4634-8AD1-D3EE5BE64C22}" dt="2026-08-19T06:15:54.807" v="477" actId="20577"/>
          <ac:spMkLst>
            <pc:docMk/>
            <pc:sldMk cId="179183081" sldId="417"/>
            <ac:spMk id="3" creationId="{8F16DB34-8846-4473-A445-3E3B2A30A4F0}"/>
          </ac:spMkLst>
        </pc:spChg>
        <pc:spChg chg="mod">
          <ac:chgData name="Ashit Pattanayak" userId="d96d068b27bd2c84" providerId="LiveId" clId="{D3A7861A-3E47-4634-8AD1-D3EE5BE64C22}" dt="2026-08-19T06:11:47.632" v="385" actId="1076"/>
          <ac:spMkLst>
            <pc:docMk/>
            <pc:sldMk cId="179183081" sldId="417"/>
            <ac:spMk id="5" creationId="{EB2EB2AA-A20C-46B7-B060-0E807A44EECE}"/>
          </ac:spMkLst>
        </pc:spChg>
        <pc:spChg chg="mod">
          <ac:chgData name="Ashit Pattanayak" userId="d96d068b27bd2c84" providerId="LiveId" clId="{D3A7861A-3E47-4634-8AD1-D3EE5BE64C22}" dt="2026-08-19T06:11:55.189" v="386" actId="1076"/>
          <ac:spMkLst>
            <pc:docMk/>
            <pc:sldMk cId="179183081" sldId="417"/>
            <ac:spMk id="9" creationId="{9BFC0F33-CCAE-938D-8F79-5A5B54869273}"/>
          </ac:spMkLst>
        </pc:spChg>
        <pc:picChg chg="mod">
          <ac:chgData name="Ashit Pattanayak" userId="d96d068b27bd2c84" providerId="LiveId" clId="{D3A7861A-3E47-4634-8AD1-D3EE5BE64C22}" dt="2026-08-19T06:11:47.632" v="385" actId="1076"/>
          <ac:picMkLst>
            <pc:docMk/>
            <pc:sldMk cId="179183081" sldId="417"/>
            <ac:picMk id="8" creationId="{80660991-222D-1EAA-E4B7-4F03A0DA78FD}"/>
          </ac:picMkLst>
        </pc:picChg>
        <pc:picChg chg="mod">
          <ac:chgData name="Ashit Pattanayak" userId="d96d068b27bd2c84" providerId="LiveId" clId="{D3A7861A-3E47-4634-8AD1-D3EE5BE64C22}" dt="2026-08-21T17:40:09.369" v="1136"/>
          <ac:picMkLst>
            <pc:docMk/>
            <pc:sldMk cId="179183081" sldId="417"/>
            <ac:picMk id="13" creationId="{6F9E1F1C-1461-8DB9-45F0-CE0B1CBE78C7}"/>
          </ac:picMkLst>
        </pc:picChg>
      </pc:sldChg>
      <pc:sldChg chg="addSp delSp modSp mod">
        <pc:chgData name="Ashit Pattanayak" userId="d96d068b27bd2c84" providerId="LiveId" clId="{D3A7861A-3E47-4634-8AD1-D3EE5BE64C22}" dt="2026-08-19T06:32:37.094" v="683" actId="20577"/>
        <pc:sldMkLst>
          <pc:docMk/>
          <pc:sldMk cId="1397667384" sldId="421"/>
        </pc:sldMkLst>
        <pc:spChg chg="add mod">
          <ac:chgData name="Ashit Pattanayak" userId="d96d068b27bd2c84" providerId="LiveId" clId="{D3A7861A-3E47-4634-8AD1-D3EE5BE64C22}" dt="2026-08-19T06:32:37.094" v="683" actId="20577"/>
          <ac:spMkLst>
            <pc:docMk/>
            <pc:sldMk cId="1397667384" sldId="421"/>
            <ac:spMk id="11" creationId="{34FE42DD-5B90-C2DA-9008-6D3E9E503773}"/>
          </ac:spMkLst>
        </pc:spChg>
        <pc:spChg chg="mod">
          <ac:chgData name="Ashit Pattanayak" userId="d96d068b27bd2c84" providerId="LiveId" clId="{D3A7861A-3E47-4634-8AD1-D3EE5BE64C22}" dt="2026-08-19T06:31:54.948" v="650" actId="20577"/>
          <ac:spMkLst>
            <pc:docMk/>
            <pc:sldMk cId="1397667384" sldId="421"/>
            <ac:spMk id="14" creationId="{820C2944-3AD6-4556-AE23-387D86498739}"/>
          </ac:spMkLst>
        </pc:spChg>
        <pc:spChg chg="mod">
          <ac:chgData name="Ashit Pattanayak" userId="d96d068b27bd2c84" providerId="LiveId" clId="{D3A7861A-3E47-4634-8AD1-D3EE5BE64C22}" dt="2026-08-19T06:31:49.453" v="639" actId="20577"/>
          <ac:spMkLst>
            <pc:docMk/>
            <pc:sldMk cId="1397667384" sldId="421"/>
            <ac:spMk id="15" creationId="{04A67451-CF14-4872-AFDC-CC4E636D99FB}"/>
          </ac:spMkLst>
        </pc:spChg>
        <pc:spChg chg="mod">
          <ac:chgData name="Ashit Pattanayak" userId="d96d068b27bd2c84" providerId="LiveId" clId="{D3A7861A-3E47-4634-8AD1-D3EE5BE64C22}" dt="2026-08-19T06:32:26.773" v="666" actId="20577"/>
          <ac:spMkLst>
            <pc:docMk/>
            <pc:sldMk cId="1397667384" sldId="421"/>
            <ac:spMk id="17" creationId="{BF3AB310-0EE7-4F04-9EE2-F29C15CDD429}"/>
          </ac:spMkLst>
        </pc:spChg>
        <pc:picChg chg="mod">
          <ac:chgData name="Ashit Pattanayak" userId="d96d068b27bd2c84" providerId="LiveId" clId="{D3A7861A-3E47-4634-8AD1-D3EE5BE64C22}" dt="2026-08-19T06:30:51.383" v="621" actId="1076"/>
          <ac:picMkLst>
            <pc:docMk/>
            <pc:sldMk cId="1397667384" sldId="421"/>
            <ac:picMk id="6" creationId="{375C8C83-4DFA-6BB6-B433-9580F323C1DF}"/>
          </ac:picMkLst>
        </pc:picChg>
        <pc:picChg chg="add mod">
          <ac:chgData name="Ashit Pattanayak" userId="d96d068b27bd2c84" providerId="LiveId" clId="{D3A7861A-3E47-4634-8AD1-D3EE5BE64C22}" dt="2026-08-19T06:30:43.884" v="617" actId="1076"/>
          <ac:picMkLst>
            <pc:docMk/>
            <pc:sldMk cId="1397667384" sldId="421"/>
            <ac:picMk id="7" creationId="{9E533317-AA27-F846-89E2-7E58E041F7EA}"/>
          </ac:picMkLst>
        </pc:picChg>
        <pc:picChg chg="mod">
          <ac:chgData name="Ashit Pattanayak" userId="d96d068b27bd2c84" providerId="LiveId" clId="{D3A7861A-3E47-4634-8AD1-D3EE5BE64C22}" dt="2026-08-19T06:30:45.501" v="618" actId="1076"/>
          <ac:picMkLst>
            <pc:docMk/>
            <pc:sldMk cId="1397667384" sldId="421"/>
            <ac:picMk id="10" creationId="{AB1B14FA-2700-A9A3-2352-6B227E9EB56C}"/>
          </ac:picMkLst>
        </pc:picChg>
        <pc:picChg chg="mod">
          <ac:chgData name="Ashit Pattanayak" userId="d96d068b27bd2c84" providerId="LiveId" clId="{D3A7861A-3E47-4634-8AD1-D3EE5BE64C22}" dt="2026-08-19T06:30:47.836" v="620" actId="1076"/>
          <ac:picMkLst>
            <pc:docMk/>
            <pc:sldMk cId="1397667384" sldId="421"/>
            <ac:picMk id="21" creationId="{308749B7-B383-3784-CE67-89BAC5A0A0CD}"/>
          </ac:picMkLst>
        </pc:picChg>
      </pc:sldChg>
      <pc:sldChg chg="addSp delSp modSp del mod">
        <pc:chgData name="Ashit Pattanayak" userId="d96d068b27bd2c84" providerId="LiveId" clId="{D3A7861A-3E47-4634-8AD1-D3EE5BE64C22}" dt="2026-08-21T15:04:00.684" v="1047" actId="47"/>
        <pc:sldMkLst>
          <pc:docMk/>
          <pc:sldMk cId="1488333839" sldId="424"/>
        </pc:sldMkLst>
        <pc:spChg chg="mod">
          <ac:chgData name="Ashit Pattanayak" userId="d96d068b27bd2c84" providerId="LiveId" clId="{D3A7861A-3E47-4634-8AD1-D3EE5BE64C22}" dt="2026-08-21T14:39:41.387" v="1009" actId="20577"/>
          <ac:spMkLst>
            <pc:docMk/>
            <pc:sldMk cId="1488333839" sldId="424"/>
            <ac:spMk id="7" creationId="{A80B8404-90E2-AF55-D9F6-6B0EE89E2C24}"/>
          </ac:spMkLst>
        </pc:spChg>
      </pc:sldChg>
      <pc:sldChg chg="addSp delSp modSp mod">
        <pc:chgData name="Ashit Pattanayak" userId="d96d068b27bd2c84" providerId="LiveId" clId="{D3A7861A-3E47-4634-8AD1-D3EE5BE64C22}" dt="2026-08-19T06:39:34.417" v="723" actId="20577"/>
        <pc:sldMkLst>
          <pc:docMk/>
          <pc:sldMk cId="2660963800" sldId="431"/>
        </pc:sldMkLst>
        <pc:spChg chg="mod">
          <ac:chgData name="Ashit Pattanayak" userId="d96d068b27bd2c84" providerId="LiveId" clId="{D3A7861A-3E47-4634-8AD1-D3EE5BE64C22}" dt="2026-08-19T06:39:34.417" v="723" actId="20577"/>
          <ac:spMkLst>
            <pc:docMk/>
            <pc:sldMk cId="2660963800" sldId="431"/>
            <ac:spMk id="3" creationId="{8BA3F9D2-2847-6541-25FD-5267D5599215}"/>
          </ac:spMkLst>
        </pc:spChg>
        <pc:picChg chg="add mod">
          <ac:chgData name="Ashit Pattanayak" userId="d96d068b27bd2c84" providerId="LiveId" clId="{D3A7861A-3E47-4634-8AD1-D3EE5BE64C22}" dt="2026-08-19T06:27:58.492" v="590" actId="1076"/>
          <ac:picMkLst>
            <pc:docMk/>
            <pc:sldMk cId="2660963800" sldId="431"/>
            <ac:picMk id="7" creationId="{45E8540C-4515-82F2-FA3A-63C9CD598EE7}"/>
          </ac:picMkLst>
        </pc:picChg>
      </pc:sldChg>
      <pc:sldChg chg="addSp delSp modSp mod">
        <pc:chgData name="Ashit Pattanayak" userId="d96d068b27bd2c84" providerId="LiveId" clId="{D3A7861A-3E47-4634-8AD1-D3EE5BE64C22}" dt="2026-08-19T06:40:14.529" v="770" actId="20577"/>
        <pc:sldMkLst>
          <pc:docMk/>
          <pc:sldMk cId="223536607" sldId="432"/>
        </pc:sldMkLst>
        <pc:spChg chg="mod">
          <ac:chgData name="Ashit Pattanayak" userId="d96d068b27bd2c84" providerId="LiveId" clId="{D3A7861A-3E47-4634-8AD1-D3EE5BE64C22}" dt="2026-08-19T06:40:14.529" v="770" actId="20577"/>
          <ac:spMkLst>
            <pc:docMk/>
            <pc:sldMk cId="223536607" sldId="432"/>
            <ac:spMk id="7" creationId="{31CEC824-5D91-4788-B555-1903A2058FC5}"/>
          </ac:spMkLst>
        </pc:spChg>
        <pc:picChg chg="add mod">
          <ac:chgData name="Ashit Pattanayak" userId="d96d068b27bd2c84" providerId="LiveId" clId="{D3A7861A-3E47-4634-8AD1-D3EE5BE64C22}" dt="2026-08-19T06:40:00.317" v="733" actId="1076"/>
          <ac:picMkLst>
            <pc:docMk/>
            <pc:sldMk cId="223536607" sldId="432"/>
            <ac:picMk id="4" creationId="{1CDEE535-25EA-B4C1-28BB-919AF4BC6E43}"/>
          </ac:picMkLst>
        </pc:picChg>
      </pc:sldChg>
      <pc:sldChg chg="addSp delSp modSp mod">
        <pc:chgData name="Ashit Pattanayak" userId="d96d068b27bd2c84" providerId="LiveId" clId="{D3A7861A-3E47-4634-8AD1-D3EE5BE64C22}" dt="2026-08-21T17:24:51.441" v="1091" actId="20577"/>
        <pc:sldMkLst>
          <pc:docMk/>
          <pc:sldMk cId="1759515656" sldId="433"/>
        </pc:sldMkLst>
        <pc:spChg chg="mod">
          <ac:chgData name="Ashit Pattanayak" userId="d96d068b27bd2c84" providerId="LiveId" clId="{D3A7861A-3E47-4634-8AD1-D3EE5BE64C22}" dt="2026-08-21T17:24:51.441" v="1091" actId="20577"/>
          <ac:spMkLst>
            <pc:docMk/>
            <pc:sldMk cId="1759515656" sldId="433"/>
            <ac:spMk id="7" creationId="{B3441F5E-D603-3198-0C28-1E77635B7B95}"/>
          </ac:spMkLst>
        </pc:spChg>
        <pc:picChg chg="add del mod">
          <ac:chgData name="Ashit Pattanayak" userId="d96d068b27bd2c84" providerId="LiveId" clId="{D3A7861A-3E47-4634-8AD1-D3EE5BE64C22}" dt="2026-08-21T14:50:47.896" v="1016" actId="478"/>
          <ac:picMkLst>
            <pc:docMk/>
            <pc:sldMk cId="1759515656" sldId="433"/>
            <ac:picMk id="3" creationId="{6B2BD569-48DB-6B01-5A91-E404EFD9B2FE}"/>
          </ac:picMkLst>
        </pc:picChg>
        <pc:picChg chg="add mod">
          <ac:chgData name="Ashit Pattanayak" userId="d96d068b27bd2c84" providerId="LiveId" clId="{D3A7861A-3E47-4634-8AD1-D3EE5BE64C22}" dt="2026-08-21T17:17:56.616" v="1075" actId="1076"/>
          <ac:picMkLst>
            <pc:docMk/>
            <pc:sldMk cId="1759515656" sldId="433"/>
            <ac:picMk id="3" creationId="{C5C6275E-FA40-6B50-DDE6-4F08D77498A4}"/>
          </ac:picMkLst>
        </pc:picChg>
        <pc:picChg chg="add del mod">
          <ac:chgData name="Ashit Pattanayak" userId="d96d068b27bd2c84" providerId="LiveId" clId="{D3A7861A-3E47-4634-8AD1-D3EE5BE64C22}" dt="2026-08-21T17:17:53.510" v="1074" actId="478"/>
          <ac:picMkLst>
            <pc:docMk/>
            <pc:sldMk cId="1759515656" sldId="433"/>
            <ac:picMk id="5" creationId="{AB11B28A-4F0E-7C90-8668-888FC04E72B0}"/>
          </ac:picMkLst>
        </pc:picChg>
      </pc:sldChg>
      <pc:sldChg chg="addSp delSp modSp mod">
        <pc:chgData name="Ashit Pattanayak" userId="d96d068b27bd2c84" providerId="LiveId" clId="{D3A7861A-3E47-4634-8AD1-D3EE5BE64C22}" dt="2026-08-21T14:53:13.982" v="1025" actId="1076"/>
        <pc:sldMkLst>
          <pc:docMk/>
          <pc:sldMk cId="727612362" sldId="434"/>
        </pc:sldMkLst>
        <pc:spChg chg="mod">
          <ac:chgData name="Ashit Pattanayak" userId="d96d068b27bd2c84" providerId="LiveId" clId="{D3A7861A-3E47-4634-8AD1-D3EE5BE64C22}" dt="2026-08-19T06:42:57.052" v="859" actId="20577"/>
          <ac:spMkLst>
            <pc:docMk/>
            <pc:sldMk cId="727612362" sldId="434"/>
            <ac:spMk id="7" creationId="{8E237A20-F282-3EEE-CB0E-D6A57C710438}"/>
          </ac:spMkLst>
        </pc:spChg>
        <pc:picChg chg="add mod">
          <ac:chgData name="Ashit Pattanayak" userId="d96d068b27bd2c84" providerId="LiveId" clId="{D3A7861A-3E47-4634-8AD1-D3EE5BE64C22}" dt="2026-08-21T14:53:13.982" v="1025" actId="1076"/>
          <ac:picMkLst>
            <pc:docMk/>
            <pc:sldMk cId="727612362" sldId="434"/>
            <ac:picMk id="3" creationId="{4A9B2687-5E5F-82E4-73B0-AB7F37A31BFF}"/>
          </ac:picMkLst>
        </pc:picChg>
      </pc:sldChg>
      <pc:sldChg chg="addSp delSp modSp mod">
        <pc:chgData name="Ashit Pattanayak" userId="d96d068b27bd2c84" providerId="LiveId" clId="{D3A7861A-3E47-4634-8AD1-D3EE5BE64C22}" dt="2026-08-21T17:25:59.825" v="1102" actId="14100"/>
        <pc:sldMkLst>
          <pc:docMk/>
          <pc:sldMk cId="3435588542" sldId="435"/>
        </pc:sldMkLst>
        <pc:spChg chg="mod">
          <ac:chgData name="Ashit Pattanayak" userId="d96d068b27bd2c84" providerId="LiveId" clId="{D3A7861A-3E47-4634-8AD1-D3EE5BE64C22}" dt="2026-08-19T06:44:52.640" v="925" actId="20577"/>
          <ac:spMkLst>
            <pc:docMk/>
            <pc:sldMk cId="3435588542" sldId="435"/>
            <ac:spMk id="7" creationId="{6E105105-6DDB-E7C7-251E-352B0A54C1AA}"/>
          </ac:spMkLst>
        </pc:spChg>
        <pc:picChg chg="add del mod">
          <ac:chgData name="Ashit Pattanayak" userId="d96d068b27bd2c84" providerId="LiveId" clId="{D3A7861A-3E47-4634-8AD1-D3EE5BE64C22}" dt="2026-08-21T17:21:56.068" v="1079" actId="478"/>
          <ac:picMkLst>
            <pc:docMk/>
            <pc:sldMk cId="3435588542" sldId="435"/>
            <ac:picMk id="3" creationId="{B5F4C58F-869B-375D-E381-71A73C3EA6CC}"/>
          </ac:picMkLst>
        </pc:picChg>
        <pc:picChg chg="add mod">
          <ac:chgData name="Ashit Pattanayak" userId="d96d068b27bd2c84" providerId="LiveId" clId="{D3A7861A-3E47-4634-8AD1-D3EE5BE64C22}" dt="2026-08-21T17:25:59.825" v="1102" actId="14100"/>
          <ac:picMkLst>
            <pc:docMk/>
            <pc:sldMk cId="3435588542" sldId="435"/>
            <ac:picMk id="4" creationId="{3E3996A5-4355-55AF-DFB4-8588E0BAE5FF}"/>
          </ac:picMkLst>
        </pc:picChg>
        <pc:picChg chg="add mod">
          <ac:chgData name="Ashit Pattanayak" userId="d96d068b27bd2c84" providerId="LiveId" clId="{D3A7861A-3E47-4634-8AD1-D3EE5BE64C22}" dt="2026-08-21T15:01:05.170" v="1040" actId="1076"/>
          <ac:picMkLst>
            <pc:docMk/>
            <pc:sldMk cId="3435588542" sldId="435"/>
            <ac:picMk id="5" creationId="{AC9922FE-7626-0819-4213-E9CE2E96530D}"/>
          </ac:picMkLst>
        </pc:picChg>
      </pc:sldChg>
      <pc:sldChg chg="addSp delSp modSp mod">
        <pc:chgData name="Ashit Pattanayak" userId="d96d068b27bd2c84" providerId="LiveId" clId="{D3A7861A-3E47-4634-8AD1-D3EE5BE64C22}" dt="2026-08-21T17:24:42.291" v="1089" actId="20577"/>
        <pc:sldMkLst>
          <pc:docMk/>
          <pc:sldMk cId="3525095645" sldId="436"/>
        </pc:sldMkLst>
        <pc:spChg chg="mod">
          <ac:chgData name="Ashit Pattanayak" userId="d96d068b27bd2c84" providerId="LiveId" clId="{D3A7861A-3E47-4634-8AD1-D3EE5BE64C22}" dt="2026-08-21T17:24:42.291" v="1089" actId="20577"/>
          <ac:spMkLst>
            <pc:docMk/>
            <pc:sldMk cId="3525095645" sldId="436"/>
            <ac:spMk id="7" creationId="{7001A98B-C7DB-D3BA-221A-CB85C4F96AE8}"/>
          </ac:spMkLst>
        </pc:spChg>
        <pc:picChg chg="add mod">
          <ac:chgData name="Ashit Pattanayak" userId="d96d068b27bd2c84" providerId="LiveId" clId="{D3A7861A-3E47-4634-8AD1-D3EE5BE64C22}" dt="2026-08-21T15:03:47.120" v="1046" actId="1076"/>
          <ac:picMkLst>
            <pc:docMk/>
            <pc:sldMk cId="3525095645" sldId="436"/>
            <ac:picMk id="3" creationId="{17270726-3038-D1A3-EEF5-F5C9B2CB573C}"/>
          </ac:picMkLst>
        </pc:picChg>
      </pc:sldChg>
      <pc:sldChg chg="addSp delSp modSp mod">
        <pc:chgData name="Ashit Pattanayak" userId="d96d068b27bd2c84" providerId="LiveId" clId="{D3A7861A-3E47-4634-8AD1-D3EE5BE64C22}" dt="2026-08-21T17:27:54.226" v="1132" actId="1076"/>
        <pc:sldMkLst>
          <pc:docMk/>
          <pc:sldMk cId="2335973287" sldId="437"/>
        </pc:sldMkLst>
        <pc:spChg chg="mod">
          <ac:chgData name="Ashit Pattanayak" userId="d96d068b27bd2c84" providerId="LiveId" clId="{D3A7861A-3E47-4634-8AD1-D3EE5BE64C22}" dt="2026-08-21T17:25:44.567" v="1100" actId="20577"/>
          <ac:spMkLst>
            <pc:docMk/>
            <pc:sldMk cId="2335973287" sldId="437"/>
            <ac:spMk id="7" creationId="{4667D175-5780-EA0C-36B5-D9AAD8BEF06D}"/>
          </ac:spMkLst>
        </pc:spChg>
        <pc:picChg chg="add del mod">
          <ac:chgData name="Ashit Pattanayak" userId="d96d068b27bd2c84" providerId="LiveId" clId="{D3A7861A-3E47-4634-8AD1-D3EE5BE64C22}" dt="2026-08-21T17:27:41.914" v="1127" actId="478"/>
          <ac:picMkLst>
            <pc:docMk/>
            <pc:sldMk cId="2335973287" sldId="437"/>
            <ac:picMk id="3" creationId="{D18BD8BE-C175-1D60-16F9-B879C7621E0D}"/>
          </ac:picMkLst>
        </pc:picChg>
        <pc:picChg chg="add mod">
          <ac:chgData name="Ashit Pattanayak" userId="d96d068b27bd2c84" providerId="LiveId" clId="{D3A7861A-3E47-4634-8AD1-D3EE5BE64C22}" dt="2026-08-21T17:27:54.226" v="1132" actId="1076"/>
          <ac:picMkLst>
            <pc:docMk/>
            <pc:sldMk cId="2335973287" sldId="437"/>
            <ac:picMk id="4" creationId="{7FA50777-A218-A7B6-44F9-B95B329F9CF8}"/>
          </ac:picMkLst>
        </pc:picChg>
      </pc:sldChg>
      <pc:sldChg chg="addSp delSp modSp mod">
        <pc:chgData name="Ashit Pattanayak" userId="d96d068b27bd2c84" providerId="LiveId" clId="{D3A7861A-3E47-4634-8AD1-D3EE5BE64C22}" dt="2026-08-21T14:53:42.297" v="1026" actId="113"/>
        <pc:sldMkLst>
          <pc:docMk/>
          <pc:sldMk cId="220892094" sldId="438"/>
        </pc:sldMkLst>
        <pc:spChg chg="add mod">
          <ac:chgData name="Ashit Pattanayak" userId="d96d068b27bd2c84" providerId="LiveId" clId="{D3A7861A-3E47-4634-8AD1-D3EE5BE64C22}" dt="2026-08-18T17:30:20.957" v="102" actId="1076"/>
          <ac:spMkLst>
            <pc:docMk/>
            <pc:sldMk cId="220892094" sldId="438"/>
            <ac:spMk id="5" creationId="{344954AF-3336-7C45-D9A7-4F548982CB14}"/>
          </ac:spMkLst>
        </pc:spChg>
        <pc:spChg chg="mod">
          <ac:chgData name="Ashit Pattanayak" userId="d96d068b27bd2c84" providerId="LiveId" clId="{D3A7861A-3E47-4634-8AD1-D3EE5BE64C22}" dt="2026-08-18T17:17:50.317" v="33" actId="1076"/>
          <ac:spMkLst>
            <pc:docMk/>
            <pc:sldMk cId="220892094" sldId="438"/>
            <ac:spMk id="7" creationId="{68341EAC-0C6E-348C-6598-DBE6CC6515DF}"/>
          </ac:spMkLst>
        </pc:spChg>
        <pc:spChg chg="add mod">
          <ac:chgData name="Ashit Pattanayak" userId="d96d068b27bd2c84" providerId="LiveId" clId="{D3A7861A-3E47-4634-8AD1-D3EE5BE64C22}" dt="2026-08-18T17:52:22.604" v="128" actId="20577"/>
          <ac:spMkLst>
            <pc:docMk/>
            <pc:sldMk cId="220892094" sldId="438"/>
            <ac:spMk id="8" creationId="{DB17313C-00BB-3FF8-5B10-10BD8941B029}"/>
          </ac:spMkLst>
        </pc:spChg>
        <pc:spChg chg="add mod">
          <ac:chgData name="Ashit Pattanayak" userId="d96d068b27bd2c84" providerId="LiveId" clId="{D3A7861A-3E47-4634-8AD1-D3EE5BE64C22}" dt="2026-08-18T17:34:29.061" v="108" actId="1076"/>
          <ac:spMkLst>
            <pc:docMk/>
            <pc:sldMk cId="220892094" sldId="438"/>
            <ac:spMk id="10" creationId="{92EB2E69-FC48-63A2-535A-6B8876BFFE81}"/>
          </ac:spMkLst>
        </pc:spChg>
        <pc:spChg chg="mod">
          <ac:chgData name="Ashit Pattanayak" userId="d96d068b27bd2c84" providerId="LiveId" clId="{D3A7861A-3E47-4634-8AD1-D3EE5BE64C22}" dt="2026-08-18T17:17:50.317" v="33" actId="1076"/>
          <ac:spMkLst>
            <pc:docMk/>
            <pc:sldMk cId="220892094" sldId="438"/>
            <ac:spMk id="11" creationId="{E0B03956-BD1B-4488-83D9-217E5174AA01}"/>
          </ac:spMkLst>
        </pc:spChg>
        <pc:spChg chg="add mod">
          <ac:chgData name="Ashit Pattanayak" userId="d96d068b27bd2c84" providerId="LiveId" clId="{D3A7861A-3E47-4634-8AD1-D3EE5BE64C22}" dt="2026-08-18T17:56:37.530" v="136" actId="20577"/>
          <ac:spMkLst>
            <pc:docMk/>
            <pc:sldMk cId="220892094" sldId="438"/>
            <ac:spMk id="13" creationId="{5B159F4B-FE06-AD52-A9AF-0C14CD42E385}"/>
          </ac:spMkLst>
        </pc:spChg>
        <pc:spChg chg="mod">
          <ac:chgData name="Ashit Pattanayak" userId="d96d068b27bd2c84" providerId="LiveId" clId="{D3A7861A-3E47-4634-8AD1-D3EE5BE64C22}" dt="2026-08-18T17:29:46.504" v="96" actId="1076"/>
          <ac:spMkLst>
            <pc:docMk/>
            <pc:sldMk cId="220892094" sldId="438"/>
            <ac:spMk id="15" creationId="{8A9D4DE2-F859-E77E-F336-0666CEB6ECA4}"/>
          </ac:spMkLst>
        </pc:spChg>
        <pc:spChg chg="mod">
          <ac:chgData name="Ashit Pattanayak" userId="d96d068b27bd2c84" providerId="LiveId" clId="{D3A7861A-3E47-4634-8AD1-D3EE5BE64C22}" dt="2026-08-18T17:30:07.342" v="101" actId="1076"/>
          <ac:spMkLst>
            <pc:docMk/>
            <pc:sldMk cId="220892094" sldId="438"/>
            <ac:spMk id="16" creationId="{9C6918D9-B0BA-8D19-AA5B-228C57DBC142}"/>
          </ac:spMkLst>
        </pc:spChg>
        <pc:spChg chg="mod">
          <ac:chgData name="Ashit Pattanayak" userId="d96d068b27bd2c84" providerId="LiveId" clId="{D3A7861A-3E47-4634-8AD1-D3EE5BE64C22}" dt="2026-08-18T17:31:11.056" v="106" actId="1076"/>
          <ac:spMkLst>
            <pc:docMk/>
            <pc:sldMk cId="220892094" sldId="438"/>
            <ac:spMk id="17" creationId="{6103FBEC-A79F-9416-8B73-E480D9A28F4F}"/>
          </ac:spMkLst>
        </pc:spChg>
        <pc:spChg chg="mod">
          <ac:chgData name="Ashit Pattanayak" userId="d96d068b27bd2c84" providerId="LiveId" clId="{D3A7861A-3E47-4634-8AD1-D3EE5BE64C22}" dt="2026-08-18T17:31:11.056" v="106" actId="1076"/>
          <ac:spMkLst>
            <pc:docMk/>
            <pc:sldMk cId="220892094" sldId="438"/>
            <ac:spMk id="18" creationId="{81B3D5B5-62B1-EA8C-B225-78EE0D0034F9}"/>
          </ac:spMkLst>
        </pc:spChg>
        <pc:spChg chg="mod">
          <ac:chgData name="Ashit Pattanayak" userId="d96d068b27bd2c84" providerId="LiveId" clId="{D3A7861A-3E47-4634-8AD1-D3EE5BE64C22}" dt="2026-08-18T17:28:24.295" v="75" actId="1076"/>
          <ac:spMkLst>
            <pc:docMk/>
            <pc:sldMk cId="220892094" sldId="438"/>
            <ac:spMk id="19" creationId="{4A65A144-1274-C466-4ACA-CDF0F2B0B3B0}"/>
          </ac:spMkLst>
        </pc:spChg>
        <pc:spChg chg="mod">
          <ac:chgData name="Ashit Pattanayak" userId="d96d068b27bd2c84" providerId="LiveId" clId="{D3A7861A-3E47-4634-8AD1-D3EE5BE64C22}" dt="2026-08-18T17:28:31.573" v="76" actId="1076"/>
          <ac:spMkLst>
            <pc:docMk/>
            <pc:sldMk cId="220892094" sldId="438"/>
            <ac:spMk id="20" creationId="{86750F34-3669-3DB7-44EA-C6B19478E9EF}"/>
          </ac:spMkLst>
        </pc:spChg>
        <pc:spChg chg="mod">
          <ac:chgData name="Ashit Pattanayak" userId="d96d068b27bd2c84" providerId="LiveId" clId="{D3A7861A-3E47-4634-8AD1-D3EE5BE64C22}" dt="2026-08-18T17:21:58.038" v="49" actId="1076"/>
          <ac:spMkLst>
            <pc:docMk/>
            <pc:sldMk cId="220892094" sldId="438"/>
            <ac:spMk id="21" creationId="{449D90C3-1772-74BA-297B-D636A7F41CEE}"/>
          </ac:spMkLst>
        </pc:spChg>
        <pc:spChg chg="mod">
          <ac:chgData name="Ashit Pattanayak" userId="d96d068b27bd2c84" providerId="LiveId" clId="{D3A7861A-3E47-4634-8AD1-D3EE5BE64C22}" dt="2026-08-18T17:21:58.038" v="49" actId="1076"/>
          <ac:spMkLst>
            <pc:docMk/>
            <pc:sldMk cId="220892094" sldId="438"/>
            <ac:spMk id="22" creationId="{70C55918-BC25-1292-1828-3C028F110273}"/>
          </ac:spMkLst>
        </pc:spChg>
        <pc:spChg chg="mod">
          <ac:chgData name="Ashit Pattanayak" userId="d96d068b27bd2c84" providerId="LiveId" clId="{D3A7861A-3E47-4634-8AD1-D3EE5BE64C22}" dt="2026-08-21T14:53:42.297" v="1026" actId="113"/>
          <ac:spMkLst>
            <pc:docMk/>
            <pc:sldMk cId="220892094" sldId="438"/>
            <ac:spMk id="23" creationId="{7504E2F5-ABBC-B4C4-E314-0CEF52175E49}"/>
          </ac:spMkLst>
        </pc:spChg>
        <pc:spChg chg="mod">
          <ac:chgData name="Ashit Pattanayak" userId="d96d068b27bd2c84" providerId="LiveId" clId="{D3A7861A-3E47-4634-8AD1-D3EE5BE64C22}" dt="2026-08-18T17:28:35.560" v="77" actId="1076"/>
          <ac:spMkLst>
            <pc:docMk/>
            <pc:sldMk cId="220892094" sldId="438"/>
            <ac:spMk id="24" creationId="{424EE05C-6711-128C-551D-6895A7CF863D}"/>
          </ac:spMkLst>
        </pc:spChg>
        <pc:spChg chg="add mod">
          <ac:chgData name="Ashit Pattanayak" userId="d96d068b27bd2c84" providerId="LiveId" clId="{D3A7861A-3E47-4634-8AD1-D3EE5BE64C22}" dt="2026-08-18T17:34:56.724" v="113" actId="1076"/>
          <ac:spMkLst>
            <pc:docMk/>
            <pc:sldMk cId="220892094" sldId="438"/>
            <ac:spMk id="29" creationId="{F844F683-24ED-A651-CFED-B16A5D89DB41}"/>
          </ac:spMkLst>
        </pc:spChg>
        <pc:spChg chg="add mod">
          <ac:chgData name="Ashit Pattanayak" userId="d96d068b27bd2c84" providerId="LiveId" clId="{D3A7861A-3E47-4634-8AD1-D3EE5BE64C22}" dt="2026-08-18T17:34:56.724" v="113" actId="1076"/>
          <ac:spMkLst>
            <pc:docMk/>
            <pc:sldMk cId="220892094" sldId="438"/>
            <ac:spMk id="31" creationId="{E7A2296D-E50B-5671-B9C0-D9CB6E2D9384}"/>
          </ac:spMkLst>
        </pc:spChg>
        <pc:spChg chg="add mod">
          <ac:chgData name="Ashit Pattanayak" userId="d96d068b27bd2c84" providerId="LiveId" clId="{D3A7861A-3E47-4634-8AD1-D3EE5BE64C22}" dt="2026-08-18T17:52:18" v="126" actId="113"/>
          <ac:spMkLst>
            <pc:docMk/>
            <pc:sldMk cId="220892094" sldId="438"/>
            <ac:spMk id="33" creationId="{64FB10C1-3BE2-3456-A4CC-76F3CE588745}"/>
          </ac:spMkLst>
        </pc:spChg>
        <pc:spChg chg="add mod">
          <ac:chgData name="Ashit Pattanayak" userId="d96d068b27bd2c84" providerId="LiveId" clId="{D3A7861A-3E47-4634-8AD1-D3EE5BE64C22}" dt="2026-08-18T17:56:44.837" v="137" actId="1076"/>
          <ac:spMkLst>
            <pc:docMk/>
            <pc:sldMk cId="220892094" sldId="438"/>
            <ac:spMk id="35" creationId="{F9286D30-7A15-516A-0A8C-8C727324C17B}"/>
          </ac:spMkLst>
        </pc:spChg>
        <pc:spChg chg="add mod">
          <ac:chgData name="Ashit Pattanayak" userId="d96d068b27bd2c84" providerId="LiveId" clId="{D3A7861A-3E47-4634-8AD1-D3EE5BE64C22}" dt="2026-08-18T18:01:43.040" v="146" actId="113"/>
          <ac:spMkLst>
            <pc:docMk/>
            <pc:sldMk cId="220892094" sldId="438"/>
            <ac:spMk id="37" creationId="{85639B19-9C75-5BAC-A4EC-F302BDC8994D}"/>
          </ac:spMkLst>
        </pc:spChg>
        <pc:spChg chg="add mod">
          <ac:chgData name="Ashit Pattanayak" userId="d96d068b27bd2c84" providerId="LiveId" clId="{D3A7861A-3E47-4634-8AD1-D3EE5BE64C22}" dt="2026-08-18T18:06:21.605" v="165" actId="1076"/>
          <ac:spMkLst>
            <pc:docMk/>
            <pc:sldMk cId="220892094" sldId="438"/>
            <ac:spMk id="39" creationId="{2C1045E5-F268-3D51-4ABA-0FFD85F3D6C2}"/>
          </ac:spMkLst>
        </pc:spChg>
        <pc:spChg chg="add mod">
          <ac:chgData name="Ashit Pattanayak" userId="d96d068b27bd2c84" providerId="LiveId" clId="{D3A7861A-3E47-4634-8AD1-D3EE5BE64C22}" dt="2026-08-18T18:07:41.397" v="209" actId="14100"/>
          <ac:spMkLst>
            <pc:docMk/>
            <pc:sldMk cId="220892094" sldId="438"/>
            <ac:spMk id="41" creationId="{68B60F6C-50C8-D8C6-AAE6-4EA960D4DEAE}"/>
          </ac:spMkLst>
        </pc:spChg>
        <pc:spChg chg="add mod">
          <ac:chgData name="Ashit Pattanayak" userId="d96d068b27bd2c84" providerId="LiveId" clId="{D3A7861A-3E47-4634-8AD1-D3EE5BE64C22}" dt="2026-08-18T18:08:15.162" v="212" actId="12"/>
          <ac:spMkLst>
            <pc:docMk/>
            <pc:sldMk cId="220892094" sldId="438"/>
            <ac:spMk id="43" creationId="{4EA21574-44D8-FDA0-F4D9-EF33D52A5C87}"/>
          </ac:spMkLst>
        </pc:spChg>
      </pc:sldChg>
      <pc:sldChg chg="addSp delSp modSp mod">
        <pc:chgData name="Ashit Pattanayak" userId="d96d068b27bd2c84" providerId="LiveId" clId="{D3A7861A-3E47-4634-8AD1-D3EE5BE64C22}" dt="2026-08-19T06:34:04.357" v="699" actId="1076"/>
        <pc:sldMkLst>
          <pc:docMk/>
          <pc:sldMk cId="1141733857" sldId="439"/>
        </pc:sldMkLst>
        <pc:spChg chg="mod">
          <ac:chgData name="Ashit Pattanayak" userId="d96d068b27bd2c84" providerId="LiveId" clId="{D3A7861A-3E47-4634-8AD1-D3EE5BE64C22}" dt="2026-08-19T06:16:44.536" v="480" actId="255"/>
          <ac:spMkLst>
            <pc:docMk/>
            <pc:sldMk cId="1141733857" sldId="439"/>
            <ac:spMk id="8" creationId="{FA008520-230F-BF59-676A-F64E01F0AAF8}"/>
          </ac:spMkLst>
        </pc:spChg>
        <pc:spChg chg="mod">
          <ac:chgData name="Ashit Pattanayak" userId="d96d068b27bd2c84" providerId="LiveId" clId="{D3A7861A-3E47-4634-8AD1-D3EE5BE64C22}" dt="2026-08-19T06:17:03.933" v="483" actId="255"/>
          <ac:spMkLst>
            <pc:docMk/>
            <pc:sldMk cId="1141733857" sldId="439"/>
            <ac:spMk id="12" creationId="{54C814BF-D0B3-62DA-271A-FD2AFFBEBAB9}"/>
          </ac:spMkLst>
        </pc:spChg>
        <pc:spChg chg="mod">
          <ac:chgData name="Ashit Pattanayak" userId="d96d068b27bd2c84" providerId="LiveId" clId="{D3A7861A-3E47-4634-8AD1-D3EE5BE64C22}" dt="2026-08-19T06:19:10.219" v="568" actId="1076"/>
          <ac:spMkLst>
            <pc:docMk/>
            <pc:sldMk cId="1141733857" sldId="439"/>
            <ac:spMk id="14" creationId="{1DC18B82-6D1B-79C2-3DD7-1DFABDF59FDC}"/>
          </ac:spMkLst>
        </pc:spChg>
        <pc:spChg chg="mod">
          <ac:chgData name="Ashit Pattanayak" userId="d96d068b27bd2c84" providerId="LiveId" clId="{D3A7861A-3E47-4634-8AD1-D3EE5BE64C22}" dt="2026-08-19T06:19:38.816" v="572" actId="255"/>
          <ac:spMkLst>
            <pc:docMk/>
            <pc:sldMk cId="1141733857" sldId="439"/>
            <ac:spMk id="15" creationId="{9300FEA0-32B7-9BD4-896F-5B2B0C3FD3CC}"/>
          </ac:spMkLst>
        </pc:spChg>
        <pc:picChg chg="add mod">
          <ac:chgData name="Ashit Pattanayak" userId="d96d068b27bd2c84" providerId="LiveId" clId="{D3A7861A-3E47-4634-8AD1-D3EE5BE64C22}" dt="2026-08-19T06:34:04.357" v="699" actId="1076"/>
          <ac:picMkLst>
            <pc:docMk/>
            <pc:sldMk cId="1141733857" sldId="439"/>
            <ac:picMk id="16" creationId="{B3696E26-2272-D1D4-CBC9-F1EB7151BF6B}"/>
          </ac:picMkLst>
        </pc:picChg>
        <pc:picChg chg="mod">
          <ac:chgData name="Ashit Pattanayak" userId="d96d068b27bd2c84" providerId="LiveId" clId="{D3A7861A-3E47-4634-8AD1-D3EE5BE64C22}" dt="2026-08-19T06:33:51.375" v="696" actId="1076"/>
          <ac:picMkLst>
            <pc:docMk/>
            <pc:sldMk cId="1141733857" sldId="439"/>
            <ac:picMk id="19" creationId="{78DB31B0-FC1F-5C59-95A9-6C279EED0800}"/>
          </ac:picMkLst>
        </pc:picChg>
      </pc:sldChg>
      <pc:sldChg chg="modSp mod">
        <pc:chgData name="Ashit Pattanayak" userId="d96d068b27bd2c84" providerId="LiveId" clId="{D3A7861A-3E47-4634-8AD1-D3EE5BE64C22}" dt="2026-08-19T12:39:50.944" v="1007" actId="5793"/>
        <pc:sldMkLst>
          <pc:docMk/>
          <pc:sldMk cId="3819571085" sldId="443"/>
        </pc:sldMkLst>
        <pc:spChg chg="mod">
          <ac:chgData name="Ashit Pattanayak" userId="d96d068b27bd2c84" providerId="LiveId" clId="{D3A7861A-3E47-4634-8AD1-D3EE5BE64C22}" dt="2026-08-18T18:39:01.310" v="333" actId="113"/>
          <ac:spMkLst>
            <pc:docMk/>
            <pc:sldMk cId="3819571085" sldId="443"/>
            <ac:spMk id="2" creationId="{4208F223-EA46-AD35-A212-D2105A14EF78}"/>
          </ac:spMkLst>
        </pc:spChg>
        <pc:spChg chg="mod">
          <ac:chgData name="Ashit Pattanayak" userId="d96d068b27bd2c84" providerId="LiveId" clId="{D3A7861A-3E47-4634-8AD1-D3EE5BE64C22}" dt="2026-08-18T18:35:16.758" v="301" actId="207"/>
          <ac:spMkLst>
            <pc:docMk/>
            <pc:sldMk cId="3819571085" sldId="443"/>
            <ac:spMk id="9" creationId="{8CDC87FF-C843-F67A-4C85-F9D5C29D077F}"/>
          </ac:spMkLst>
        </pc:spChg>
        <pc:spChg chg="mod">
          <ac:chgData name="Ashit Pattanayak" userId="d96d068b27bd2c84" providerId="LiveId" clId="{D3A7861A-3E47-4634-8AD1-D3EE5BE64C22}" dt="2026-08-18T18:36:56.555" v="317" actId="12"/>
          <ac:spMkLst>
            <pc:docMk/>
            <pc:sldMk cId="3819571085" sldId="443"/>
            <ac:spMk id="10" creationId="{84FAA405-67CD-CF3D-16F7-6A53DCF00400}"/>
          </ac:spMkLst>
        </pc:spChg>
        <pc:spChg chg="mod">
          <ac:chgData name="Ashit Pattanayak" userId="d96d068b27bd2c84" providerId="LiveId" clId="{D3A7861A-3E47-4634-8AD1-D3EE5BE64C22}" dt="2026-08-18T18:36:10.797" v="307" actId="1076"/>
          <ac:spMkLst>
            <pc:docMk/>
            <pc:sldMk cId="3819571085" sldId="443"/>
            <ac:spMk id="12" creationId="{703EF3A2-5350-3046-819F-33B9FECC7493}"/>
          </ac:spMkLst>
        </pc:spChg>
        <pc:spChg chg="mod">
          <ac:chgData name="Ashit Pattanayak" userId="d96d068b27bd2c84" providerId="LiveId" clId="{D3A7861A-3E47-4634-8AD1-D3EE5BE64C22}" dt="2026-08-18T18:36:10.797" v="307" actId="1076"/>
          <ac:spMkLst>
            <pc:docMk/>
            <pc:sldMk cId="3819571085" sldId="443"/>
            <ac:spMk id="13" creationId="{CB4DFDC2-EA69-12D3-DDFA-B90AADBC1920}"/>
          </ac:spMkLst>
        </pc:spChg>
        <pc:spChg chg="mod">
          <ac:chgData name="Ashit Pattanayak" userId="d96d068b27bd2c84" providerId="LiveId" clId="{D3A7861A-3E47-4634-8AD1-D3EE5BE64C22}" dt="2026-08-18T18:36:10.797" v="307" actId="1076"/>
          <ac:spMkLst>
            <pc:docMk/>
            <pc:sldMk cId="3819571085" sldId="443"/>
            <ac:spMk id="14" creationId="{EF2F35F2-E6C9-B01B-0BA7-D4C3145B44D9}"/>
          </ac:spMkLst>
        </pc:spChg>
        <pc:spChg chg="mod">
          <ac:chgData name="Ashit Pattanayak" userId="d96d068b27bd2c84" providerId="LiveId" clId="{D3A7861A-3E47-4634-8AD1-D3EE5BE64C22}" dt="2026-08-18T18:36:30.126" v="311" actId="207"/>
          <ac:spMkLst>
            <pc:docMk/>
            <pc:sldMk cId="3819571085" sldId="443"/>
            <ac:spMk id="25" creationId="{08CBD6C3-E722-2826-F860-30A2F7B3AA26}"/>
          </ac:spMkLst>
        </pc:spChg>
        <pc:spChg chg="mod">
          <ac:chgData name="Ashit Pattanayak" userId="d96d068b27bd2c84" providerId="LiveId" clId="{D3A7861A-3E47-4634-8AD1-D3EE5BE64C22}" dt="2026-08-18T18:36:53.708" v="316" actId="12"/>
          <ac:spMkLst>
            <pc:docMk/>
            <pc:sldMk cId="3819571085" sldId="443"/>
            <ac:spMk id="26" creationId="{4A6EF389-AF52-2373-9258-8CCA392FFC7A}"/>
          </ac:spMkLst>
        </pc:spChg>
        <pc:spChg chg="mod">
          <ac:chgData name="Ashit Pattanayak" userId="d96d068b27bd2c84" providerId="LiveId" clId="{D3A7861A-3E47-4634-8AD1-D3EE5BE64C22}" dt="2026-08-18T18:37:31.236" v="320" actId="1076"/>
          <ac:spMkLst>
            <pc:docMk/>
            <pc:sldMk cId="3819571085" sldId="443"/>
            <ac:spMk id="27" creationId="{19C243E9-CEAB-6090-9E48-EF82F427484C}"/>
          </ac:spMkLst>
        </pc:spChg>
        <pc:spChg chg="mod">
          <ac:chgData name="Ashit Pattanayak" userId="d96d068b27bd2c84" providerId="LiveId" clId="{D3A7861A-3E47-4634-8AD1-D3EE5BE64C22}" dt="2026-08-18T18:37:31.236" v="320" actId="1076"/>
          <ac:spMkLst>
            <pc:docMk/>
            <pc:sldMk cId="3819571085" sldId="443"/>
            <ac:spMk id="28" creationId="{D0E71F06-8920-4C2B-FD22-501502CBB07A}"/>
          </ac:spMkLst>
        </pc:spChg>
        <pc:spChg chg="mod">
          <ac:chgData name="Ashit Pattanayak" userId="d96d068b27bd2c84" providerId="LiveId" clId="{D3A7861A-3E47-4634-8AD1-D3EE5BE64C22}" dt="2026-08-18T18:37:31.236" v="320" actId="1076"/>
          <ac:spMkLst>
            <pc:docMk/>
            <pc:sldMk cId="3819571085" sldId="443"/>
            <ac:spMk id="29" creationId="{A897EAC2-7358-DAD3-9123-1ADC0A707367}"/>
          </ac:spMkLst>
        </pc:spChg>
        <pc:spChg chg="mod">
          <ac:chgData name="Ashit Pattanayak" userId="d96d068b27bd2c84" providerId="LiveId" clId="{D3A7861A-3E47-4634-8AD1-D3EE5BE64C22}" dt="2026-08-18T18:37:56.452" v="325" actId="1076"/>
          <ac:spMkLst>
            <pc:docMk/>
            <pc:sldMk cId="3819571085" sldId="443"/>
            <ac:spMk id="30" creationId="{D480B07C-A59D-C9EF-3FB9-0E3A13EA7F62}"/>
          </ac:spMkLst>
        </pc:spChg>
        <pc:spChg chg="mod">
          <ac:chgData name="Ashit Pattanayak" userId="d96d068b27bd2c84" providerId="LiveId" clId="{D3A7861A-3E47-4634-8AD1-D3EE5BE64C22}" dt="2026-08-19T12:39:50.944" v="1007" actId="5793"/>
          <ac:spMkLst>
            <pc:docMk/>
            <pc:sldMk cId="3819571085" sldId="443"/>
            <ac:spMk id="31" creationId="{436CB381-377C-B135-A15D-2951596B8DA9}"/>
          </ac:spMkLst>
        </pc:spChg>
      </pc:sldChg>
      <pc:sldChg chg="addSp delSp modSp mod">
        <pc:chgData name="Ashit Pattanayak" userId="d96d068b27bd2c84" providerId="LiveId" clId="{D3A7861A-3E47-4634-8AD1-D3EE5BE64C22}" dt="2026-08-18T18:34:12.498" v="297" actId="113"/>
        <pc:sldMkLst>
          <pc:docMk/>
          <pc:sldMk cId="3634474498" sldId="444"/>
        </pc:sldMkLst>
        <pc:spChg chg="mod">
          <ac:chgData name="Ashit Pattanayak" userId="d96d068b27bd2c84" providerId="LiveId" clId="{D3A7861A-3E47-4634-8AD1-D3EE5BE64C22}" dt="2026-08-18T18:29:02.799" v="253" actId="1076"/>
          <ac:spMkLst>
            <pc:docMk/>
            <pc:sldMk cId="3634474498" sldId="444"/>
            <ac:spMk id="6" creationId="{65F18439-4B91-C61B-4C1B-FDAB0313B786}"/>
          </ac:spMkLst>
        </pc:spChg>
        <pc:spChg chg="add mod">
          <ac:chgData name="Ashit Pattanayak" userId="d96d068b27bd2c84" providerId="LiveId" clId="{D3A7861A-3E47-4634-8AD1-D3EE5BE64C22}" dt="2026-08-18T18:32:13.357" v="277" actId="1076"/>
          <ac:spMkLst>
            <pc:docMk/>
            <pc:sldMk cId="3634474498" sldId="444"/>
            <ac:spMk id="7" creationId="{06BD384C-2A7F-2589-2DEF-DFC377D01CAF}"/>
          </ac:spMkLst>
        </pc:spChg>
        <pc:spChg chg="mod">
          <ac:chgData name="Ashit Pattanayak" userId="d96d068b27bd2c84" providerId="LiveId" clId="{D3A7861A-3E47-4634-8AD1-D3EE5BE64C22}" dt="2026-08-18T18:28:56.940" v="251" actId="1076"/>
          <ac:spMkLst>
            <pc:docMk/>
            <pc:sldMk cId="3634474498" sldId="444"/>
            <ac:spMk id="8" creationId="{76593D64-D191-AD2F-FEDC-8E393D6D4EE9}"/>
          </ac:spMkLst>
        </pc:spChg>
        <pc:spChg chg="mod">
          <ac:chgData name="Ashit Pattanayak" userId="d96d068b27bd2c84" providerId="LiveId" clId="{D3A7861A-3E47-4634-8AD1-D3EE5BE64C22}" dt="2026-08-18T18:29:10.603" v="254" actId="1076"/>
          <ac:spMkLst>
            <pc:docMk/>
            <pc:sldMk cId="3634474498" sldId="444"/>
            <ac:spMk id="9" creationId="{6E19D69B-3305-71AD-484C-347E94061E2B}"/>
          </ac:spMkLst>
        </pc:spChg>
        <pc:spChg chg="mod">
          <ac:chgData name="Ashit Pattanayak" userId="d96d068b27bd2c84" providerId="LiveId" clId="{D3A7861A-3E47-4634-8AD1-D3EE5BE64C22}" dt="2026-08-18T18:29:10.603" v="254" actId="1076"/>
          <ac:spMkLst>
            <pc:docMk/>
            <pc:sldMk cId="3634474498" sldId="444"/>
            <ac:spMk id="10" creationId="{80A1A86A-3592-5EA5-AB77-656D94094DBB}"/>
          </ac:spMkLst>
        </pc:spChg>
        <pc:spChg chg="mod">
          <ac:chgData name="Ashit Pattanayak" userId="d96d068b27bd2c84" providerId="LiveId" clId="{D3A7861A-3E47-4634-8AD1-D3EE5BE64C22}" dt="2026-08-18T18:29:31.765" v="258" actId="14100"/>
          <ac:spMkLst>
            <pc:docMk/>
            <pc:sldMk cId="3634474498" sldId="444"/>
            <ac:spMk id="12" creationId="{0B8CC898-7885-1B11-FB35-169C92244734}"/>
          </ac:spMkLst>
        </pc:spChg>
        <pc:spChg chg="mod">
          <ac:chgData name="Ashit Pattanayak" userId="d96d068b27bd2c84" providerId="LiveId" clId="{D3A7861A-3E47-4634-8AD1-D3EE5BE64C22}" dt="2026-08-18T18:30:18.468" v="264" actId="1076"/>
          <ac:spMkLst>
            <pc:docMk/>
            <pc:sldMk cId="3634474498" sldId="444"/>
            <ac:spMk id="13" creationId="{0F97AED2-B91A-A8E9-3578-05E091699C5E}"/>
          </ac:spMkLst>
        </pc:spChg>
        <pc:spChg chg="mod">
          <ac:chgData name="Ashit Pattanayak" userId="d96d068b27bd2c84" providerId="LiveId" clId="{D3A7861A-3E47-4634-8AD1-D3EE5BE64C22}" dt="2026-08-18T18:30:59.028" v="265" actId="1076"/>
          <ac:spMkLst>
            <pc:docMk/>
            <pc:sldMk cId="3634474498" sldId="444"/>
            <ac:spMk id="14" creationId="{7FE2E5E5-98E8-038C-50F6-D880DABFE2A7}"/>
          </ac:spMkLst>
        </pc:spChg>
        <pc:spChg chg="add mod">
          <ac:chgData name="Ashit Pattanayak" userId="d96d068b27bd2c84" providerId="LiveId" clId="{D3A7861A-3E47-4634-8AD1-D3EE5BE64C22}" dt="2026-08-18T18:32:18.824" v="279" actId="20577"/>
          <ac:spMkLst>
            <pc:docMk/>
            <pc:sldMk cId="3634474498" sldId="444"/>
            <ac:spMk id="15" creationId="{7C4A7B36-BEBC-DCFB-7032-B0E4D1D6AAD4}"/>
          </ac:spMkLst>
        </pc:spChg>
        <pc:spChg chg="add mod">
          <ac:chgData name="Ashit Pattanayak" userId="d96d068b27bd2c84" providerId="LiveId" clId="{D3A7861A-3E47-4634-8AD1-D3EE5BE64C22}" dt="2026-08-18T18:33:05.981" v="289" actId="1076"/>
          <ac:spMkLst>
            <pc:docMk/>
            <pc:sldMk cId="3634474498" sldId="444"/>
            <ac:spMk id="21" creationId="{44EB5F01-2433-5289-F7FE-BFC1777F3CFD}"/>
          </ac:spMkLst>
        </pc:spChg>
        <pc:spChg chg="add mod">
          <ac:chgData name="Ashit Pattanayak" userId="d96d068b27bd2c84" providerId="LiveId" clId="{D3A7861A-3E47-4634-8AD1-D3EE5BE64C22}" dt="2026-08-18T18:34:12.498" v="297" actId="113"/>
          <ac:spMkLst>
            <pc:docMk/>
            <pc:sldMk cId="3634474498" sldId="444"/>
            <ac:spMk id="23" creationId="{6065478D-CB23-9B97-245A-C134E709362C}"/>
          </ac:spMkLst>
        </pc:spChg>
        <pc:spChg chg="mod">
          <ac:chgData name="Ashit Pattanayak" userId="d96d068b27bd2c84" providerId="LiveId" clId="{D3A7861A-3E47-4634-8AD1-D3EE5BE64C22}" dt="2026-08-18T18:30:59.028" v="265" actId="1076"/>
          <ac:spMkLst>
            <pc:docMk/>
            <pc:sldMk cId="3634474498" sldId="444"/>
            <ac:spMk id="25" creationId="{4272DA08-2499-E618-707D-4C2C82335A20}"/>
          </ac:spMkLst>
        </pc:spChg>
        <pc:spChg chg="mod">
          <ac:chgData name="Ashit Pattanayak" userId="d96d068b27bd2c84" providerId="LiveId" clId="{D3A7861A-3E47-4634-8AD1-D3EE5BE64C22}" dt="2026-08-18T18:31:17.439" v="269" actId="113"/>
          <ac:spMkLst>
            <pc:docMk/>
            <pc:sldMk cId="3634474498" sldId="444"/>
            <ac:spMk id="26" creationId="{65F43CA1-52F8-7EE7-9C64-B0CA2289287C}"/>
          </ac:spMkLst>
        </pc:spChg>
        <pc:spChg chg="mod">
          <ac:chgData name="Ashit Pattanayak" userId="d96d068b27bd2c84" providerId="LiveId" clId="{D3A7861A-3E47-4634-8AD1-D3EE5BE64C22}" dt="2026-08-18T18:31:50.772" v="275" actId="14100"/>
          <ac:spMkLst>
            <pc:docMk/>
            <pc:sldMk cId="3634474498" sldId="444"/>
            <ac:spMk id="27" creationId="{637427B4-C1D9-3C75-6977-2B896AF1D902}"/>
          </ac:spMkLst>
        </pc:spChg>
      </pc:sldChg>
      <pc:sldChg chg="addSp delSp modSp new mod">
        <pc:chgData name="Ashit Pattanayak" userId="d96d068b27bd2c84" providerId="LiveId" clId="{D3A7861A-3E47-4634-8AD1-D3EE5BE64C22}" dt="2026-08-21T17:16:55.514" v="1070" actId="14100"/>
        <pc:sldMkLst>
          <pc:docMk/>
          <pc:sldMk cId="79376706" sldId="445"/>
        </pc:sldMkLst>
        <pc:spChg chg="del">
          <ac:chgData name="Ashit Pattanayak" userId="d96d068b27bd2c84" providerId="LiveId" clId="{D3A7861A-3E47-4634-8AD1-D3EE5BE64C22}" dt="2026-08-21T17:16:07.929" v="1053" actId="478"/>
          <ac:spMkLst>
            <pc:docMk/>
            <pc:sldMk cId="79376706" sldId="445"/>
            <ac:spMk id="2" creationId="{D88ED075-F080-CF1A-A28B-9D25AEAA4D16}"/>
          </ac:spMkLst>
        </pc:spChg>
        <pc:spChg chg="add mod">
          <ac:chgData name="Ashit Pattanayak" userId="d96d068b27bd2c84" providerId="LiveId" clId="{D3A7861A-3E47-4634-8AD1-D3EE5BE64C22}" dt="2026-08-21T17:16:18.773" v="1065" actId="20577"/>
          <ac:spMkLst>
            <pc:docMk/>
            <pc:sldMk cId="79376706" sldId="445"/>
            <ac:spMk id="4" creationId="{C1C2ECD1-3E02-08DD-05F5-784A25CA5CC9}"/>
          </ac:spMkLst>
        </pc:spChg>
        <pc:picChg chg="add mod">
          <ac:chgData name="Ashit Pattanayak" userId="d96d068b27bd2c84" providerId="LiveId" clId="{D3A7861A-3E47-4634-8AD1-D3EE5BE64C22}" dt="2026-08-21T17:16:55.514" v="1070" actId="14100"/>
          <ac:picMkLst>
            <pc:docMk/>
            <pc:sldMk cId="79376706" sldId="445"/>
            <ac:picMk id="6" creationId="{8B9A304A-4604-1AC5-B0B1-DDFBB6EACB89}"/>
          </ac:picMkLst>
        </pc:picChg>
      </pc:sldChg>
      <pc:sldChg chg="new del">
        <pc:chgData name="Ashit Pattanayak" userId="d96d068b27bd2c84" providerId="LiveId" clId="{D3A7861A-3E47-4634-8AD1-D3EE5BE64C22}" dt="2026-08-21T17:13:33.874" v="1049" actId="680"/>
        <pc:sldMkLst>
          <pc:docMk/>
          <pc:sldMk cId="3418282040" sldId="445"/>
        </pc:sldMkLst>
      </pc:sldChg>
      <pc:sldChg chg="addSp delSp modSp new mod">
        <pc:chgData name="Ashit Pattanayak" userId="d96d068b27bd2c84" providerId="LiveId" clId="{D3A7861A-3E47-4634-8AD1-D3EE5BE64C22}" dt="2026-08-21T17:26:53.454" v="1123" actId="20577"/>
        <pc:sldMkLst>
          <pc:docMk/>
          <pc:sldMk cId="3984431342" sldId="446"/>
        </pc:sldMkLst>
        <pc:spChg chg="del">
          <ac:chgData name="Ashit Pattanayak" userId="d96d068b27bd2c84" providerId="LiveId" clId="{D3A7861A-3E47-4634-8AD1-D3EE5BE64C22}" dt="2026-08-21T17:25:25.526" v="1096" actId="478"/>
          <ac:spMkLst>
            <pc:docMk/>
            <pc:sldMk cId="3984431342" sldId="446"/>
            <ac:spMk id="2" creationId="{6EE56293-AE6F-A122-CB97-2333735D254D}"/>
          </ac:spMkLst>
        </pc:spChg>
        <pc:spChg chg="add mod">
          <ac:chgData name="Ashit Pattanayak" userId="d96d068b27bd2c84" providerId="LiveId" clId="{D3A7861A-3E47-4634-8AD1-D3EE5BE64C22}" dt="2026-08-21T17:26:53.454" v="1123" actId="20577"/>
          <ac:spMkLst>
            <pc:docMk/>
            <pc:sldMk cId="3984431342" sldId="446"/>
            <ac:spMk id="4" creationId="{4E2B61D0-A42C-32A3-CDB3-67D983D82B85}"/>
          </ac:spMkLst>
        </pc:spChg>
        <pc:picChg chg="add mod">
          <ac:chgData name="Ashit Pattanayak" userId="d96d068b27bd2c84" providerId="LiveId" clId="{D3A7861A-3E47-4634-8AD1-D3EE5BE64C22}" dt="2026-08-21T17:26:44.969" v="1110" actId="1076"/>
          <ac:picMkLst>
            <pc:docMk/>
            <pc:sldMk cId="3984431342" sldId="446"/>
            <ac:picMk id="6" creationId="{42B7A68F-FBFF-B62D-297D-E86E53B14C5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47FDBB1-5EC9-40FD-9A36-D4E35C581F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663819-6E29-4FB7-BF1C-93C4B4D769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5FC5A-1932-4642-9CF8-618CD292DDF6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AF1716-40E8-4512-B252-D7362A0E94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3C99E-C3C0-40AD-AD91-8E96E8F586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86696-F86F-4066-9FDD-77F2B013F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592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95AADF1E-CCA8-40F2-8498-4C83D328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CEB2636-C4D8-48D3-87D1-1964C2B7F5E9}"/>
              </a:ext>
            </a:extLst>
          </p:cNvPr>
          <p:cNvSpPr/>
          <p:nvPr userDrawn="1"/>
        </p:nvSpPr>
        <p:spPr>
          <a:xfrm>
            <a:off x="1700463" y="1435100"/>
            <a:ext cx="8791074" cy="3987800"/>
          </a:xfrm>
          <a:prstGeom prst="roundRect">
            <a:avLst>
              <a:gd name="adj" fmla="val 5081"/>
            </a:avLst>
          </a:prstGeom>
          <a:solidFill>
            <a:schemeClr val="bg1">
              <a:alpha val="1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30EE1727-7498-4647-A565-8D6CF4B89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602B119-26FC-43BB-AF04-CF11DAFE7B97}"/>
              </a:ext>
            </a:extLst>
          </p:cNvPr>
          <p:cNvSpPr/>
          <p:nvPr userDrawn="1"/>
        </p:nvSpPr>
        <p:spPr>
          <a:xfrm>
            <a:off x="2743200" y="1435100"/>
            <a:ext cx="6705600" cy="3987800"/>
          </a:xfrm>
          <a:prstGeom prst="roundRect">
            <a:avLst>
              <a:gd name="adj" fmla="val 532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615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1B37CC2A-D1E8-4379-9DC8-849CD66E99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BF3D7A5-8B22-4064-BAC6-E19975C4FBD4}"/>
              </a:ext>
            </a:extLst>
          </p:cNvPr>
          <p:cNvSpPr/>
          <p:nvPr userDrawn="1"/>
        </p:nvSpPr>
        <p:spPr>
          <a:xfrm>
            <a:off x="2743200" y="1435100"/>
            <a:ext cx="6705600" cy="3987800"/>
          </a:xfrm>
          <a:prstGeom prst="roundRect">
            <a:avLst>
              <a:gd name="adj" fmla="val 532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01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66AC28E1-868D-4A04-8533-3D5C466CF6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AA4C054-F5E4-403F-A72B-AF893C0327E0}"/>
              </a:ext>
            </a:extLst>
          </p:cNvPr>
          <p:cNvSpPr/>
          <p:nvPr userDrawn="1"/>
        </p:nvSpPr>
        <p:spPr>
          <a:xfrm>
            <a:off x="2743200" y="1435100"/>
            <a:ext cx="6705600" cy="3987800"/>
          </a:xfrm>
          <a:prstGeom prst="roundRect">
            <a:avLst>
              <a:gd name="adj" fmla="val 532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939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EF40C53A-157C-48FA-AF14-8861F376E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8F52138-98B0-4E6B-9FAC-682376A38820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495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853533FE-7355-4221-8051-5679FAA56E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F56E3B4-5233-4CB1-82C9-92BA8A88C1A7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353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F1B7D913-CFAF-4DD8-A36D-63A1C4B7F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19A24D0-CEA2-43D6-9F78-4D6916A54163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559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B152748B-BB8A-4C5C-8269-1403B0F289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82A835B-93CC-4780-9A90-EBDFFDAB9BDB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806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505E8844-E271-4314-9724-2571F1D2B7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3C0AB0B-0541-4B5F-8410-E21245B1D208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327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9363F558-B6B2-48D8-9D34-FE79FA6594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3C45C38-3A47-4EE3-99DC-B35AECECCF42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20" name="그림 개체 틀 4">
            <a:extLst>
              <a:ext uri="{FF2B5EF4-FFF2-40B4-BE49-F238E27FC236}">
                <a16:creationId xmlns:a16="http://schemas.microsoft.com/office/drawing/2014/main" id="{7029ABE9-9312-4894-B3DA-036CC9724C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8623" y="863600"/>
            <a:ext cx="3848101" cy="5130800"/>
          </a:xfrm>
          <a:prstGeom prst="roundRect">
            <a:avLst>
              <a:gd name="adj" fmla="val 215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29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365313DB-B8F0-4C67-BE14-383CE16931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104282-B43F-4CF3-9B35-F4E2CB8E99AB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39" name="그림 개체 틀 2">
            <a:extLst>
              <a:ext uri="{FF2B5EF4-FFF2-40B4-BE49-F238E27FC236}">
                <a16:creationId xmlns:a16="http://schemas.microsoft.com/office/drawing/2014/main" id="{88E1A136-FA99-4C67-A688-69E5F37AC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85831" y="945499"/>
            <a:ext cx="2886970" cy="2888618"/>
          </a:xfrm>
          <a:prstGeom prst="roundRect">
            <a:avLst>
              <a:gd name="adj" fmla="val 266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878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E82778A8-901D-46B9-89C3-D7CFC523FF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33C29E9-AB0D-4CF0-B2E9-66F09D6D5EE7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27" name="그림 개체 틀 2">
            <a:extLst>
              <a:ext uri="{FF2B5EF4-FFF2-40B4-BE49-F238E27FC236}">
                <a16:creationId xmlns:a16="http://schemas.microsoft.com/office/drawing/2014/main" id="{A3690222-BCCB-48A1-8F3D-51219847050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85831" y="945499"/>
            <a:ext cx="2886970" cy="2888618"/>
          </a:xfrm>
          <a:prstGeom prst="roundRect">
            <a:avLst>
              <a:gd name="adj" fmla="val 266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703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9956446E-3C8B-4FF8-A97B-AD262EEAD4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52C00A4-9927-4E14-A606-217EAE48FE02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A3B02BE-10F8-468F-8DC2-5CC600B42468}"/>
              </a:ext>
            </a:extLst>
          </p:cNvPr>
          <p:cNvSpPr/>
          <p:nvPr userDrawn="1"/>
        </p:nvSpPr>
        <p:spPr>
          <a:xfrm>
            <a:off x="874184" y="3000274"/>
            <a:ext cx="10443632" cy="1739900"/>
          </a:xfrm>
          <a:prstGeom prst="roundRect">
            <a:avLst>
              <a:gd name="adj" fmla="val 5603"/>
            </a:avLst>
          </a:prstGeom>
          <a:gradFill>
            <a:gsLst>
              <a:gs pos="0">
                <a:schemeClr val="bg1"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33" name="그림 개체 틀 2">
            <a:extLst>
              <a:ext uri="{FF2B5EF4-FFF2-40B4-BE49-F238E27FC236}">
                <a16:creationId xmlns:a16="http://schemas.microsoft.com/office/drawing/2014/main" id="{AFB803C0-581C-4A4D-BFDF-62791FFB3EA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08098" y="2211492"/>
            <a:ext cx="2193515" cy="2194768"/>
          </a:xfrm>
          <a:prstGeom prst="roundRect">
            <a:avLst>
              <a:gd name="adj" fmla="val 394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sp>
        <p:nvSpPr>
          <p:cNvPr id="39" name="그림 개체 틀 2">
            <a:extLst>
              <a:ext uri="{FF2B5EF4-FFF2-40B4-BE49-F238E27FC236}">
                <a16:creationId xmlns:a16="http://schemas.microsoft.com/office/drawing/2014/main" id="{3AA2E982-D720-4FB3-A3F6-998E8E762E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35528" y="2211492"/>
            <a:ext cx="2193515" cy="2194768"/>
          </a:xfrm>
          <a:prstGeom prst="roundRect">
            <a:avLst>
              <a:gd name="adj" fmla="val 394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sp>
        <p:nvSpPr>
          <p:cNvPr id="40" name="그림 개체 틀 2">
            <a:extLst>
              <a:ext uri="{FF2B5EF4-FFF2-40B4-BE49-F238E27FC236}">
                <a16:creationId xmlns:a16="http://schemas.microsoft.com/office/drawing/2014/main" id="{D0D5A8BB-363F-476C-A069-7697542D63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62958" y="2211492"/>
            <a:ext cx="2193515" cy="2194768"/>
          </a:xfrm>
          <a:prstGeom prst="roundRect">
            <a:avLst>
              <a:gd name="adj" fmla="val 394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sp>
        <p:nvSpPr>
          <p:cNvPr id="41" name="그림 개체 틀 2">
            <a:extLst>
              <a:ext uri="{FF2B5EF4-FFF2-40B4-BE49-F238E27FC236}">
                <a16:creationId xmlns:a16="http://schemas.microsoft.com/office/drawing/2014/main" id="{264250FD-2F78-4E72-BA2E-86BF4B6A47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790387" y="2211492"/>
            <a:ext cx="2193515" cy="2194768"/>
          </a:xfrm>
          <a:prstGeom prst="roundRect">
            <a:avLst>
              <a:gd name="adj" fmla="val 3942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119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2BED11C0-3629-497E-B901-CB45219EF8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B032C2D-34DF-4B0C-BF63-88EE029666E9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20" name="그림 개체 틀 2">
            <a:extLst>
              <a:ext uri="{FF2B5EF4-FFF2-40B4-BE49-F238E27FC236}">
                <a16:creationId xmlns:a16="http://schemas.microsoft.com/office/drawing/2014/main" id="{C006593B-C27F-47B9-9DC2-A94519C2DF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43723" y="1661636"/>
            <a:ext cx="1491254" cy="1492106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id="{97A38A73-898A-4898-92E5-55E8BACD095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64034" y="1334587"/>
            <a:ext cx="1992666" cy="1993804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2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23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00458423-6F91-4CDF-AD9E-3A2A047C43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B071711-0C5A-4B66-BE20-8453A975D3CB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29" name="그림 개체 틀 2">
            <a:extLst>
              <a:ext uri="{FF2B5EF4-FFF2-40B4-BE49-F238E27FC236}">
                <a16:creationId xmlns:a16="http://schemas.microsoft.com/office/drawing/2014/main" id="{698A07A6-4D66-4E7E-B78E-5D5D3DC742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670315" y="967494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sp>
        <p:nvSpPr>
          <p:cNvPr id="30" name="그림 개체 틀 2">
            <a:extLst>
              <a:ext uri="{FF2B5EF4-FFF2-40B4-BE49-F238E27FC236}">
                <a16:creationId xmlns:a16="http://schemas.microsoft.com/office/drawing/2014/main" id="{79154F12-D5D2-4895-B3D2-3158BE7D1F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19901" y="967494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sp>
        <p:nvSpPr>
          <p:cNvPr id="31" name="그림 개체 틀 2">
            <a:extLst>
              <a:ext uri="{FF2B5EF4-FFF2-40B4-BE49-F238E27FC236}">
                <a16:creationId xmlns:a16="http://schemas.microsoft.com/office/drawing/2014/main" id="{C2C0D097-E2F7-4ECC-B218-3A5394B09B3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70315" y="3781269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sp>
        <p:nvSpPr>
          <p:cNvPr id="32" name="그림 개체 틀 2">
            <a:extLst>
              <a:ext uri="{FF2B5EF4-FFF2-40B4-BE49-F238E27FC236}">
                <a16:creationId xmlns:a16="http://schemas.microsoft.com/office/drawing/2014/main" id="{99D33DCD-B533-438A-AE7B-70EB0FD3F20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19901" y="3781269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43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FBAD0D50-C6C3-49AD-99B8-71CE9B5A3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53A740F-43EA-4AD5-8F3C-6A91C64CC63E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20" name="그림 개체 틀 11">
            <a:extLst>
              <a:ext uri="{FF2B5EF4-FFF2-40B4-BE49-F238E27FC236}">
                <a16:creationId xmlns:a16="http://schemas.microsoft.com/office/drawing/2014/main" id="{0B080BC3-AFA2-45CB-B340-896CB90FD57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06339" y="1081213"/>
            <a:ext cx="2211845" cy="4839816"/>
          </a:xfrm>
          <a:prstGeom prst="roundRect">
            <a:avLst>
              <a:gd name="adj" fmla="val 1345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/>
              <a:t>Click icon to add picture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391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D72B73E4-5D6A-4A0D-89D5-2D6825900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986092A-23B6-44B3-AB92-EE59D856F587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19" name="그림 개체 틀 5">
            <a:extLst>
              <a:ext uri="{FF2B5EF4-FFF2-40B4-BE49-F238E27FC236}">
                <a16:creationId xmlns:a16="http://schemas.microsoft.com/office/drawing/2014/main" id="{B7EBAF2B-6495-40AC-A65A-8B80CB96C2D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79468" y="866775"/>
            <a:ext cx="3779045" cy="5029200"/>
          </a:xfrm>
          <a:prstGeom prst="roundRect">
            <a:avLst>
              <a:gd name="adj" fmla="val 19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972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EC25B586-717F-4029-915B-D0FCA94F2A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98BEC8C-D591-4D0A-AA0D-3E85FDEA3976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  <p:sp>
        <p:nvSpPr>
          <p:cNvPr id="20" name="그림 개체 틀 8">
            <a:extLst>
              <a:ext uri="{FF2B5EF4-FFF2-40B4-BE49-F238E27FC236}">
                <a16:creationId xmlns:a16="http://schemas.microsoft.com/office/drawing/2014/main" id="{3CE62D15-C632-4050-B943-3F315781318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92931" y="838318"/>
            <a:ext cx="6746582" cy="4597400"/>
          </a:xfrm>
          <a:prstGeom prst="roundRect">
            <a:avLst>
              <a:gd name="adj" fmla="val 100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692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93C6C9B7-0C4D-4008-9B10-3DCDAFD3A8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968AFFD-A141-43DF-B06B-CEB8F6029150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149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2D24A7CF-1EC3-4A15-9861-BCAEF67413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32FFDEE-A905-4A69-90FC-431008D6AC73}"/>
              </a:ext>
            </a:extLst>
          </p:cNvPr>
          <p:cNvSpPr/>
          <p:nvPr userDrawn="1"/>
        </p:nvSpPr>
        <p:spPr>
          <a:xfrm>
            <a:off x="368400" y="369000"/>
            <a:ext cx="11455200" cy="6120000"/>
          </a:xfrm>
          <a:prstGeom prst="roundRect">
            <a:avLst>
              <a:gd name="adj" fmla="val 2463"/>
            </a:avLst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>
              <a:solidFill>
                <a:srgbClr val="5747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967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39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72" r:id="rId21"/>
    <p:sldLayoutId id="2147483664" r:id="rId2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4.wdp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gif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29.png"/><Relationship Id="rId4" Type="http://schemas.microsoft.com/office/2007/relationships/hdphoto" Target="../media/hdphoto5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gif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29.pn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1B3F51-2A7A-4941-A9D1-34971EE8BF47}"/>
              </a:ext>
            </a:extLst>
          </p:cNvPr>
          <p:cNvSpPr txBox="1"/>
          <p:nvPr userDrawn="1"/>
        </p:nvSpPr>
        <p:spPr>
          <a:xfrm>
            <a:off x="1855694" y="1715050"/>
            <a:ext cx="8808639" cy="144655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ON </a:t>
            </a:r>
          </a:p>
          <a:p>
            <a:pPr algn="ctr"/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POLICYGPT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B22CEC-F3DC-4BA9-ACF6-1243FBBF8DC6}"/>
              </a:ext>
            </a:extLst>
          </p:cNvPr>
          <p:cNvSpPr txBox="1"/>
          <p:nvPr userDrawn="1"/>
        </p:nvSpPr>
        <p:spPr>
          <a:xfrm>
            <a:off x="2162476" y="3386746"/>
            <a:ext cx="7867048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Government Policy &amp; Public Scheme Intelligence Platform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B9FC99C-3D2C-4555-A7D3-F15B15A22150}"/>
              </a:ext>
            </a:extLst>
          </p:cNvPr>
          <p:cNvSpPr/>
          <p:nvPr userDrawn="1"/>
        </p:nvSpPr>
        <p:spPr>
          <a:xfrm>
            <a:off x="4511040" y="3981226"/>
            <a:ext cx="3169920" cy="52005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solidFill>
                  <a:srgbClr val="01020F"/>
                </a:solidFill>
              </a:rPr>
              <a:t>Team-1</a:t>
            </a:r>
            <a:endParaRPr lang="ko-KR" altLang="en-US" i="1" dirty="0">
              <a:solidFill>
                <a:srgbClr val="0102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BA73-7EE6-1B91-18DB-C62BF467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0714445-CD32-251F-34AF-8C4BBA7EAD82}"/>
              </a:ext>
            </a:extLst>
          </p:cNvPr>
          <p:cNvSpPr/>
          <p:nvPr/>
        </p:nvSpPr>
        <p:spPr>
          <a:xfrm>
            <a:off x="3001199" y="1217212"/>
            <a:ext cx="734079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u="sng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Features and Functionality</a:t>
            </a:r>
            <a:endParaRPr lang="en-US" sz="4650" u="sng">
              <a:solidFill>
                <a:schemeClr val="bg1"/>
              </a:solidFill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8341EAC-0C6E-348C-6598-DBE6CC6515DF}"/>
              </a:ext>
            </a:extLst>
          </p:cNvPr>
          <p:cNvSpPr/>
          <p:nvPr/>
        </p:nvSpPr>
        <p:spPr>
          <a:xfrm>
            <a:off x="685636" y="23209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E0B03956-BD1B-4488-83D9-217E5174AA01}"/>
              </a:ext>
            </a:extLst>
          </p:cNvPr>
          <p:cNvSpPr/>
          <p:nvPr/>
        </p:nvSpPr>
        <p:spPr>
          <a:xfrm>
            <a:off x="685636" y="2398322"/>
            <a:ext cx="510302" cy="35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8A9D4DE2-F859-E77E-F336-0666CEB6ECA4}"/>
              </a:ext>
            </a:extLst>
          </p:cNvPr>
          <p:cNvSpPr/>
          <p:nvPr/>
        </p:nvSpPr>
        <p:spPr>
          <a:xfrm>
            <a:off x="1367599" y="2381745"/>
            <a:ext cx="309062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IN" sz="2000" b="1" dirty="0">
                <a:solidFill>
                  <a:schemeClr val="bg1"/>
                </a:solidFill>
                <a:ea typeface="Petrona Bold"/>
              </a:rPr>
              <a:t>Policy Search System</a:t>
            </a:r>
            <a:endParaRPr lang="en-US" sz="2000" b="1" dirty="0">
              <a:solidFill>
                <a:schemeClr val="bg1"/>
              </a:solidFill>
              <a:ea typeface="Petrona Bold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C6918D9-B0BA-8D19-AA5B-228C57DBC142}"/>
              </a:ext>
            </a:extLst>
          </p:cNvPr>
          <p:cNvSpPr/>
          <p:nvPr/>
        </p:nvSpPr>
        <p:spPr>
          <a:xfrm>
            <a:off x="1367599" y="2937424"/>
            <a:ext cx="298785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Search government policies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Advanced filtering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Category-wise search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State-wise search</a:t>
            </a:r>
          </a:p>
          <a:p>
            <a:pPr marL="0" indent="0">
              <a:lnSpc>
                <a:spcPts val="285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6103FBEC-A79F-9416-8B73-E480D9A28F4F}"/>
              </a:ext>
            </a:extLst>
          </p:cNvPr>
          <p:cNvSpPr/>
          <p:nvPr/>
        </p:nvSpPr>
        <p:spPr>
          <a:xfrm>
            <a:off x="4203072" y="23086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1B3D5B5-62B1-EA8C-B225-78EE0D0034F9}"/>
              </a:ext>
            </a:extLst>
          </p:cNvPr>
          <p:cNvSpPr/>
          <p:nvPr/>
        </p:nvSpPr>
        <p:spPr>
          <a:xfrm>
            <a:off x="4240406" y="2401864"/>
            <a:ext cx="4356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4A65A144-1274-C466-4ACA-CDF0F2B0B3B0}"/>
              </a:ext>
            </a:extLst>
          </p:cNvPr>
          <p:cNvSpPr/>
          <p:nvPr/>
        </p:nvSpPr>
        <p:spPr>
          <a:xfrm>
            <a:off x="4820158" y="23983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IN" sz="2000" b="1" dirty="0">
                <a:solidFill>
                  <a:schemeClr val="bg1"/>
                </a:solidFill>
              </a:rPr>
              <a:t>Public Scheme Intelligence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6750F34-3669-3DB7-44EA-C6B19478E9EF}"/>
              </a:ext>
            </a:extLst>
          </p:cNvPr>
          <p:cNvSpPr/>
          <p:nvPr/>
        </p:nvSpPr>
        <p:spPr>
          <a:xfrm>
            <a:off x="4820158" y="2961142"/>
            <a:ext cx="27137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Eligibility checker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Scheme recommendation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Scheme comparison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Application guidance </a:t>
            </a: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449D90C3-1772-74BA-297B-D636A7F41CEE}"/>
              </a:ext>
            </a:extLst>
          </p:cNvPr>
          <p:cNvSpPr/>
          <p:nvPr/>
        </p:nvSpPr>
        <p:spPr>
          <a:xfrm>
            <a:off x="7844132" y="23209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0C55918-BC25-1292-1828-3C028F110273}"/>
              </a:ext>
            </a:extLst>
          </p:cNvPr>
          <p:cNvSpPr/>
          <p:nvPr/>
        </p:nvSpPr>
        <p:spPr>
          <a:xfrm>
            <a:off x="7891066" y="2404791"/>
            <a:ext cx="416433" cy="34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7504E2F5-ABBC-B4C4-E314-0CEF52175E49}"/>
              </a:ext>
            </a:extLst>
          </p:cNvPr>
          <p:cNvSpPr/>
          <p:nvPr/>
        </p:nvSpPr>
        <p:spPr>
          <a:xfrm>
            <a:off x="8529325" y="23983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IN" sz="2000" b="1" dirty="0">
                <a:solidFill>
                  <a:schemeClr val="bg1"/>
                </a:solidFill>
              </a:rPr>
              <a:t>Policy &amp; Scheme Comparison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424EE05C-6711-128C-551D-6895A7CF863D}"/>
              </a:ext>
            </a:extLst>
          </p:cNvPr>
          <p:cNvSpPr/>
          <p:nvPr/>
        </p:nvSpPr>
        <p:spPr>
          <a:xfrm>
            <a:off x="8529325" y="2972607"/>
            <a:ext cx="31519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Scheme Repository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Eligibility Checking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Personalized Recommendations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Application Guidance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44954AF-3336-7C45-D9A7-4F548982CB14}"/>
              </a:ext>
            </a:extLst>
          </p:cNvPr>
          <p:cNvSpPr/>
          <p:nvPr/>
        </p:nvSpPr>
        <p:spPr>
          <a:xfrm>
            <a:off x="685636" y="417429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B17313C-00BB-3FF8-5B10-10BD8941B029}"/>
              </a:ext>
            </a:extLst>
          </p:cNvPr>
          <p:cNvSpPr/>
          <p:nvPr/>
        </p:nvSpPr>
        <p:spPr>
          <a:xfrm>
            <a:off x="685636" y="4251703"/>
            <a:ext cx="510302" cy="35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</a:rPr>
              <a:t>4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2EB2E69-FC48-63A2-535A-6B8876BFFE81}"/>
              </a:ext>
            </a:extLst>
          </p:cNvPr>
          <p:cNvSpPr/>
          <p:nvPr/>
        </p:nvSpPr>
        <p:spPr>
          <a:xfrm>
            <a:off x="4203072" y="42097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B159F4B-FE06-AD52-A9AF-0C14CD42E385}"/>
              </a:ext>
            </a:extLst>
          </p:cNvPr>
          <p:cNvSpPr/>
          <p:nvPr/>
        </p:nvSpPr>
        <p:spPr>
          <a:xfrm>
            <a:off x="4203072" y="4287145"/>
            <a:ext cx="510302" cy="35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</a:rPr>
              <a:t>5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F844F683-24ED-A651-CFED-B16A5D89DB41}"/>
              </a:ext>
            </a:extLst>
          </p:cNvPr>
          <p:cNvSpPr/>
          <p:nvPr/>
        </p:nvSpPr>
        <p:spPr>
          <a:xfrm>
            <a:off x="7844132" y="42097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E7A2296D-E50B-5671-B9C0-D9CB6E2D9384}"/>
              </a:ext>
            </a:extLst>
          </p:cNvPr>
          <p:cNvSpPr/>
          <p:nvPr/>
        </p:nvSpPr>
        <p:spPr>
          <a:xfrm>
            <a:off x="7844132" y="4287145"/>
            <a:ext cx="510302" cy="35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64FB10C1-3BE2-3456-A4CC-76F3CE588745}"/>
              </a:ext>
            </a:extLst>
          </p:cNvPr>
          <p:cNvSpPr/>
          <p:nvPr/>
        </p:nvSpPr>
        <p:spPr>
          <a:xfrm>
            <a:off x="1367600" y="4174513"/>
            <a:ext cx="2728688" cy="686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IN" sz="2000" b="1" dirty="0">
                <a:solidFill>
                  <a:schemeClr val="bg1"/>
                </a:solidFill>
              </a:rPr>
              <a:t>Notifications &amp; Feedback </a:t>
            </a:r>
          </a:p>
          <a:p>
            <a:pPr>
              <a:lnSpc>
                <a:spcPts val="2900"/>
              </a:lnSpc>
            </a:pPr>
            <a:r>
              <a:rPr lang="en-IN" sz="2000" b="1" dirty="0">
                <a:solidFill>
                  <a:schemeClr val="bg1"/>
                </a:solidFill>
              </a:rPr>
              <a:t>System</a:t>
            </a:r>
            <a:endParaRPr lang="en-US" sz="2000" b="1" dirty="0">
              <a:solidFill>
                <a:schemeClr val="bg1"/>
              </a:solidFill>
              <a:ea typeface="Petrona Bold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F9286D30-7A15-516A-0A8C-8C727324C17B}"/>
              </a:ext>
            </a:extLst>
          </p:cNvPr>
          <p:cNvSpPr/>
          <p:nvPr/>
        </p:nvSpPr>
        <p:spPr>
          <a:xfrm>
            <a:off x="4820158" y="4238549"/>
            <a:ext cx="2849083" cy="686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IN" sz="2000" b="1" dirty="0">
                <a:solidFill>
                  <a:schemeClr val="bg1"/>
                </a:solidFill>
              </a:rPr>
              <a:t>Analytics &amp; Reporting</a:t>
            </a:r>
          </a:p>
          <a:p>
            <a:pPr>
              <a:lnSpc>
                <a:spcPts val="2900"/>
              </a:lnSpc>
            </a:pPr>
            <a:r>
              <a:rPr lang="en-IN" sz="2000" b="1" dirty="0">
                <a:solidFill>
                  <a:schemeClr val="bg1"/>
                </a:solidFill>
              </a:rPr>
              <a:t>Dashboard</a:t>
            </a:r>
            <a:endParaRPr lang="en-US" sz="2000" b="1" dirty="0">
              <a:solidFill>
                <a:schemeClr val="bg1"/>
              </a:solidFill>
              <a:ea typeface="Petrona Bold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85639B19-9C75-5BAC-A4EC-F302BDC8994D}"/>
              </a:ext>
            </a:extLst>
          </p:cNvPr>
          <p:cNvSpPr/>
          <p:nvPr/>
        </p:nvSpPr>
        <p:spPr>
          <a:xfrm>
            <a:off x="8393111" y="4261479"/>
            <a:ext cx="3395583" cy="40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IN" sz="2000" b="1" dirty="0">
                <a:solidFill>
                  <a:schemeClr val="bg1"/>
                </a:solidFill>
              </a:rPr>
              <a:t>Policy &amp; Scheme Management</a:t>
            </a:r>
            <a:endParaRPr lang="en-US" sz="2000" b="1" dirty="0">
              <a:solidFill>
                <a:schemeClr val="bg1"/>
              </a:solidFill>
              <a:ea typeface="Petrona Bol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1045E5-F268-3D51-4ABA-0FFD85F3D6C2}"/>
              </a:ext>
            </a:extLst>
          </p:cNvPr>
          <p:cNvSpPr txBox="1"/>
          <p:nvPr/>
        </p:nvSpPr>
        <p:spPr>
          <a:xfrm>
            <a:off x="8119585" y="4845021"/>
            <a:ext cx="379651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Policy Upload &amp; Approval Workflow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Scheme Registration &amp; Updates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Categorization &amp; Archiving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Centralized Repository Management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B60F6C-50C8-D8C6-AAE6-4EA960D4DEAE}"/>
              </a:ext>
            </a:extLst>
          </p:cNvPr>
          <p:cNvSpPr txBox="1"/>
          <p:nvPr/>
        </p:nvSpPr>
        <p:spPr>
          <a:xfrm>
            <a:off x="1291444" y="5001982"/>
            <a:ext cx="35287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Policy Update Alerts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Scheme Notifications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Application Status Updates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Citizen Feedback Management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A21574-44D8-FDA0-F4D9-EF33D52A5C87}"/>
              </a:ext>
            </a:extLst>
          </p:cNvPr>
          <p:cNvSpPr txBox="1"/>
          <p:nvPr/>
        </p:nvSpPr>
        <p:spPr>
          <a:xfrm>
            <a:off x="4713374" y="4979398"/>
            <a:ext cx="36410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Department Analytics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Usage Statistics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Policy &amp; Scheme Reports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Citizen Engagement Insights</a:t>
            </a:r>
          </a:p>
        </p:txBody>
      </p:sp>
    </p:spTree>
    <p:extLst>
      <p:ext uri="{BB962C8B-B14F-4D97-AF65-F5344CB8AC3E}">
        <p14:creationId xmlns:p14="http://schemas.microsoft.com/office/powerpoint/2010/main" val="22089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B1DECF-A4A9-44C2-99E5-69EA64A697D7}"/>
              </a:ext>
            </a:extLst>
          </p:cNvPr>
          <p:cNvSpPr/>
          <p:nvPr/>
        </p:nvSpPr>
        <p:spPr>
          <a:xfrm>
            <a:off x="2195687" y="1812753"/>
            <a:ext cx="82998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>
                <a:solidFill>
                  <a:schemeClr val="bg1"/>
                </a:solidFill>
                <a:latin typeface="Elephant Pro" pitchFamily="2" charset="0"/>
              </a:rPr>
              <a:t>Technology Stack: MERN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CA7FEF-88FE-4675-8F51-960C59884B8B}"/>
              </a:ext>
            </a:extLst>
          </p:cNvPr>
          <p:cNvSpPr/>
          <p:nvPr/>
        </p:nvSpPr>
        <p:spPr>
          <a:xfrm>
            <a:off x="923790" y="3428996"/>
            <a:ext cx="2234151" cy="684985"/>
          </a:xfrm>
          <a:prstGeom prst="roundRect">
            <a:avLst>
              <a:gd name="adj" fmla="val 50000"/>
            </a:avLst>
          </a:prstGeom>
          <a:solidFill>
            <a:schemeClr val="bg1">
              <a:alpha val="45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sz="2800" b="1" dirty="0"/>
              <a:t>Frontend</a:t>
            </a:r>
            <a:endParaRPr lang="en-IN" sz="2400" b="1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4A00FD3-3053-42E6-86F8-D9C5E8B1C7C0}"/>
              </a:ext>
            </a:extLst>
          </p:cNvPr>
          <p:cNvSpPr/>
          <p:nvPr/>
        </p:nvSpPr>
        <p:spPr>
          <a:xfrm>
            <a:off x="3567376" y="3428996"/>
            <a:ext cx="2323906" cy="684985"/>
          </a:xfrm>
          <a:prstGeom prst="roundRect">
            <a:avLst>
              <a:gd name="adj" fmla="val 50000"/>
            </a:avLst>
          </a:prstGeom>
          <a:solidFill>
            <a:schemeClr val="bg1">
              <a:alpha val="45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IN" sz="2800" b="1" dirty="0"/>
              <a:t>     Backend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287D12F-5D28-455E-974C-863FDC6FF064}"/>
              </a:ext>
            </a:extLst>
          </p:cNvPr>
          <p:cNvSpPr/>
          <p:nvPr/>
        </p:nvSpPr>
        <p:spPr>
          <a:xfrm>
            <a:off x="6300719" y="3428998"/>
            <a:ext cx="2323907" cy="684985"/>
          </a:xfrm>
          <a:prstGeom prst="roundRect">
            <a:avLst>
              <a:gd name="adj" fmla="val 50000"/>
            </a:avLst>
          </a:prstGeom>
          <a:solidFill>
            <a:schemeClr val="bg1">
              <a:alpha val="45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sz="2800" b="1" dirty="0"/>
              <a:t>Database</a:t>
            </a:r>
            <a:endParaRPr lang="en-IN" sz="3200" b="1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9" name="사각형: 둥근 모서리 7">
            <a:extLst>
              <a:ext uri="{FF2B5EF4-FFF2-40B4-BE49-F238E27FC236}">
                <a16:creationId xmlns:a16="http://schemas.microsoft.com/office/drawing/2014/main" id="{E8453C6B-E8B6-C052-9A02-2BB37A86A5E9}"/>
              </a:ext>
            </a:extLst>
          </p:cNvPr>
          <p:cNvSpPr/>
          <p:nvPr/>
        </p:nvSpPr>
        <p:spPr>
          <a:xfrm>
            <a:off x="8944303" y="3428998"/>
            <a:ext cx="2323907" cy="684985"/>
          </a:xfrm>
          <a:prstGeom prst="roundRect">
            <a:avLst>
              <a:gd name="adj" fmla="val 50000"/>
            </a:avLst>
          </a:prstGeom>
          <a:solidFill>
            <a:schemeClr val="bg1">
              <a:alpha val="45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sz="2800" b="1" dirty="0"/>
              <a:t>Tools</a:t>
            </a:r>
            <a:endParaRPr lang="en-IN" sz="2800" b="1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ED86D6-163F-5C8A-13E0-5ADD7B9C4E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90" y="4398908"/>
            <a:ext cx="2234151" cy="733842"/>
          </a:xfrm>
          <a:prstGeom prst="roundRect">
            <a:avLst>
              <a:gd name="adj" fmla="val 21789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n-IN" dirty="0"/>
              <a:t>React</a:t>
            </a:r>
          </a:p>
          <a:p>
            <a:pPr lvl="0" algn="ctr"/>
            <a:r>
              <a:rPr lang="en-IN" dirty="0"/>
              <a:t>Tailwind CSS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A3C7AF-F58B-9DF2-70B3-B6B069FB31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7376" y="4398907"/>
            <a:ext cx="2234151" cy="733842"/>
          </a:xfrm>
          <a:prstGeom prst="roundRect">
            <a:avLst>
              <a:gd name="adj" fmla="val 21789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n-IN" dirty="0"/>
              <a:t>Node.js </a:t>
            </a:r>
          </a:p>
          <a:p>
            <a:pPr lvl="0" algn="ctr"/>
            <a:r>
              <a:rPr lang="en-IN" dirty="0"/>
              <a:t>Express.js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BE3033-A23D-F133-404B-D999629BE1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45596" y="4398906"/>
            <a:ext cx="2234151" cy="733842"/>
          </a:xfrm>
          <a:prstGeom prst="roundRect">
            <a:avLst>
              <a:gd name="adj" fmla="val 21789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n-IN" dirty="0"/>
              <a:t>MongoDB </a:t>
            </a:r>
          </a:p>
          <a:p>
            <a:pPr lvl="0" algn="ctr"/>
            <a:r>
              <a:rPr lang="en-IN" dirty="0"/>
              <a:t>Mongoose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2637F9-6015-F175-4D1B-D3AED46D48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34061" y="4398906"/>
            <a:ext cx="2234151" cy="733842"/>
          </a:xfrm>
          <a:prstGeom prst="roundRect">
            <a:avLst>
              <a:gd name="adj" fmla="val 21789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n-IN" dirty="0"/>
              <a:t>GitHub </a:t>
            </a:r>
          </a:p>
          <a:p>
            <a:pPr lvl="0" algn="ctr"/>
            <a:r>
              <a:rPr lang="en-IN" dirty="0"/>
              <a:t>VS Code</a:t>
            </a:r>
          </a:p>
        </p:txBody>
      </p:sp>
    </p:spTree>
    <p:extLst>
      <p:ext uri="{BB962C8B-B14F-4D97-AF65-F5344CB8AC3E}">
        <p14:creationId xmlns:p14="http://schemas.microsoft.com/office/powerpoint/2010/main" val="277990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5E8A-A5D5-1981-5CE8-D4416E68C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7A16B4-ED39-3241-BCE7-BCBA22897B42}"/>
              </a:ext>
            </a:extLst>
          </p:cNvPr>
          <p:cNvSpPr/>
          <p:nvPr/>
        </p:nvSpPr>
        <p:spPr>
          <a:xfrm>
            <a:off x="1091502" y="687484"/>
            <a:ext cx="598408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u="sng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Outcomes and Impact</a:t>
            </a:r>
            <a:endParaRPr lang="en-US" sz="4650" u="sng">
              <a:solidFill>
                <a:schemeClr val="bg1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A31F3CE-DED6-DC47-D383-CD4832EAE2C3}"/>
              </a:ext>
            </a:extLst>
          </p:cNvPr>
          <p:cNvSpPr/>
          <p:nvPr/>
        </p:nvSpPr>
        <p:spPr>
          <a:xfrm>
            <a:off x="1091502" y="202705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8964767-C2BB-7728-C47B-4D8493D765E0}"/>
              </a:ext>
            </a:extLst>
          </p:cNvPr>
          <p:cNvSpPr/>
          <p:nvPr/>
        </p:nvSpPr>
        <p:spPr>
          <a:xfrm>
            <a:off x="1270215" y="2103494"/>
            <a:ext cx="1528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F18439-4B91-C61B-4C1B-FDAB0313B786}"/>
              </a:ext>
            </a:extLst>
          </p:cNvPr>
          <p:cNvSpPr/>
          <p:nvPr/>
        </p:nvSpPr>
        <p:spPr>
          <a:xfrm>
            <a:off x="1828618" y="2027056"/>
            <a:ext cx="3721894" cy="744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IN" sz="2400" b="1" dirty="0">
                <a:solidFill>
                  <a:schemeClr val="bg1"/>
                </a:solidFill>
              </a:rPr>
              <a:t>Improved Access to </a:t>
            </a:r>
          </a:p>
          <a:p>
            <a:pPr>
              <a:lnSpc>
                <a:spcPts val="2900"/>
              </a:lnSpc>
            </a:pPr>
            <a:r>
              <a:rPr lang="en-IN" sz="2400" b="1" dirty="0">
                <a:solidFill>
                  <a:schemeClr val="bg1"/>
                </a:solidFill>
              </a:rPr>
              <a:t>Government Information</a:t>
            </a:r>
            <a:endParaRPr lang="en-US" sz="2300" b="1" dirty="0">
              <a:solidFill>
                <a:schemeClr val="bg1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6593D64-D191-AD2F-FEDC-8E393D6D4EE9}"/>
              </a:ext>
            </a:extLst>
          </p:cNvPr>
          <p:cNvSpPr/>
          <p:nvPr/>
        </p:nvSpPr>
        <p:spPr>
          <a:xfrm>
            <a:off x="1828618" y="2872728"/>
            <a:ext cx="2927747" cy="8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IN" sz="1600" dirty="0">
                <a:solidFill>
                  <a:schemeClr val="bg1"/>
                </a:solidFill>
              </a:rPr>
              <a:t>Citizens can quickly discover relevant policies and schemes.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E19D69B-3305-71AD-484C-347E94061E2B}"/>
              </a:ext>
            </a:extLst>
          </p:cNvPr>
          <p:cNvSpPr/>
          <p:nvPr/>
        </p:nvSpPr>
        <p:spPr>
          <a:xfrm>
            <a:off x="5720295" y="20299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0A1A86A-3592-5EA5-AB77-656D94094DBB}"/>
              </a:ext>
            </a:extLst>
          </p:cNvPr>
          <p:cNvSpPr/>
          <p:nvPr/>
        </p:nvSpPr>
        <p:spPr>
          <a:xfrm>
            <a:off x="5874123" y="2106381"/>
            <a:ext cx="20252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B8CC898-7885-1B11-FB35-169C92244734}"/>
              </a:ext>
            </a:extLst>
          </p:cNvPr>
          <p:cNvSpPr/>
          <p:nvPr/>
        </p:nvSpPr>
        <p:spPr>
          <a:xfrm>
            <a:off x="6447761" y="2074087"/>
            <a:ext cx="3093804" cy="46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IN" sz="2400" b="1" dirty="0">
                <a:solidFill>
                  <a:schemeClr val="bg1"/>
                </a:solidFill>
              </a:rPr>
              <a:t>Better Transparency</a:t>
            </a:r>
            <a:endParaRPr lang="en-US" sz="2300" b="1" dirty="0">
              <a:solidFill>
                <a:schemeClr val="bg1"/>
              </a:solidFill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F97AED2-B91A-A8E9-3578-05E091699C5E}"/>
              </a:ext>
            </a:extLst>
          </p:cNvPr>
          <p:cNvSpPr/>
          <p:nvPr/>
        </p:nvSpPr>
        <p:spPr>
          <a:xfrm>
            <a:off x="6361622" y="2874220"/>
            <a:ext cx="3266082" cy="8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IN" sz="1600" dirty="0">
                <a:solidFill>
                  <a:schemeClr val="bg1"/>
                </a:solidFill>
              </a:rPr>
              <a:t>Centralized platform for government documents.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FE2E5E5-98E8-038C-50F6-D880DABFE2A7}"/>
              </a:ext>
            </a:extLst>
          </p:cNvPr>
          <p:cNvSpPr/>
          <p:nvPr/>
        </p:nvSpPr>
        <p:spPr>
          <a:xfrm>
            <a:off x="1063004" y="406555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272DA08-2499-E618-707D-4C2C82335A20}"/>
              </a:ext>
            </a:extLst>
          </p:cNvPr>
          <p:cNvSpPr/>
          <p:nvPr/>
        </p:nvSpPr>
        <p:spPr>
          <a:xfrm>
            <a:off x="1217071" y="4141989"/>
            <a:ext cx="20216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5F43CA1-52F8-7EE7-9C64-B0CA2289287C}"/>
              </a:ext>
            </a:extLst>
          </p:cNvPr>
          <p:cNvSpPr/>
          <p:nvPr/>
        </p:nvSpPr>
        <p:spPr>
          <a:xfrm>
            <a:off x="1828618" y="4203783"/>
            <a:ext cx="37218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IN" sz="2400" b="1" dirty="0">
                <a:solidFill>
                  <a:schemeClr val="bg1"/>
                </a:solidFill>
              </a:rPr>
              <a:t>Data-Driven Decision Making</a:t>
            </a:r>
            <a:endParaRPr lang="en-US" sz="2300" b="1" dirty="0">
              <a:solidFill>
                <a:schemeClr val="bg1"/>
              </a:solidFill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37427B4-C1D9-3C75-6977-2B896AF1D902}"/>
              </a:ext>
            </a:extLst>
          </p:cNvPr>
          <p:cNvSpPr/>
          <p:nvPr/>
        </p:nvSpPr>
        <p:spPr>
          <a:xfrm>
            <a:off x="1828619" y="4657601"/>
            <a:ext cx="344574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IN" sz="1600" dirty="0">
                <a:solidFill>
                  <a:schemeClr val="bg1"/>
                </a:solidFill>
              </a:rPr>
              <a:t>Analytics dashboards and reports help administrators monitor engagement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06BD384C-2A7F-2589-2DEF-DFC377D01CAF}"/>
              </a:ext>
            </a:extLst>
          </p:cNvPr>
          <p:cNvSpPr/>
          <p:nvPr/>
        </p:nvSpPr>
        <p:spPr>
          <a:xfrm>
            <a:off x="5720413" y="41273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C4A7B36-BEBC-DCFB-7032-B0E4D1D6AAD4}"/>
              </a:ext>
            </a:extLst>
          </p:cNvPr>
          <p:cNvSpPr/>
          <p:nvPr/>
        </p:nvSpPr>
        <p:spPr>
          <a:xfrm>
            <a:off x="5874480" y="4203783"/>
            <a:ext cx="20216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</a:rPr>
              <a:t>4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EB5F01-2433-5289-F7FE-BFC1777F3CFD}"/>
              </a:ext>
            </a:extLst>
          </p:cNvPr>
          <p:cNvSpPr txBox="1"/>
          <p:nvPr/>
        </p:nvSpPr>
        <p:spPr>
          <a:xfrm>
            <a:off x="6361622" y="4206627"/>
            <a:ext cx="3723282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en-IN" sz="2400" b="1" dirty="0">
                <a:solidFill>
                  <a:schemeClr val="bg1"/>
                </a:solidFill>
              </a:rPr>
              <a:t>Efficient Scheme Discovery</a:t>
            </a:r>
            <a:endParaRPr lang="en-US" sz="23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65478D-CB23-9B97-245A-C134E709362C}"/>
              </a:ext>
            </a:extLst>
          </p:cNvPr>
          <p:cNvSpPr txBox="1"/>
          <p:nvPr/>
        </p:nvSpPr>
        <p:spPr>
          <a:xfrm>
            <a:off x="6361622" y="4670857"/>
            <a:ext cx="3723282" cy="80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IN" sz="1600" dirty="0">
                <a:solidFill>
                  <a:schemeClr val="bg1"/>
                </a:solidFill>
              </a:rPr>
              <a:t>Eligibility checking and comparison simplify benefit identification.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47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B72E-0AEA-F6B2-C4BA-5BA4D0A8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08F223-EA46-AD35-A212-D2105A14EF78}"/>
              </a:ext>
            </a:extLst>
          </p:cNvPr>
          <p:cNvSpPr/>
          <p:nvPr/>
        </p:nvSpPr>
        <p:spPr>
          <a:xfrm>
            <a:off x="760094" y="598646"/>
            <a:ext cx="10968080" cy="66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IN" sz="4800" b="1" dirty="0">
                <a:solidFill>
                  <a:schemeClr val="bg1"/>
                </a:solidFill>
              </a:rPr>
              <a:t>User Registration &amp; Roles</a:t>
            </a:r>
            <a:endParaRPr lang="en-US" sz="4450" b="1" dirty="0">
              <a:solidFill>
                <a:schemeClr val="bg1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A0F7590-6C13-7AFB-895E-BF2859D7720D}"/>
              </a:ext>
            </a:extLst>
          </p:cNvPr>
          <p:cNvSpPr/>
          <p:nvPr/>
        </p:nvSpPr>
        <p:spPr>
          <a:xfrm>
            <a:off x="1285688" y="1545667"/>
            <a:ext cx="53923" cy="4707358"/>
          </a:xfrm>
          <a:prstGeom prst="roundRect">
            <a:avLst>
              <a:gd name="adj" fmla="val 29925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C68AE00-BC0F-83F7-0532-8020CA567E63}"/>
              </a:ext>
            </a:extLst>
          </p:cNvPr>
          <p:cNvSpPr/>
          <p:nvPr/>
        </p:nvSpPr>
        <p:spPr>
          <a:xfrm>
            <a:off x="1344259" y="2010150"/>
            <a:ext cx="1174658" cy="45719"/>
          </a:xfrm>
          <a:prstGeom prst="roundRect">
            <a:avLst>
              <a:gd name="adj" fmla="val 29925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5041058-2CEF-B0F2-EC3A-A20268504C43}"/>
              </a:ext>
            </a:extLst>
          </p:cNvPr>
          <p:cNvSpPr/>
          <p:nvPr/>
        </p:nvSpPr>
        <p:spPr>
          <a:xfrm>
            <a:off x="949931" y="1781899"/>
            <a:ext cx="755138" cy="435525"/>
          </a:xfrm>
          <a:prstGeom prst="roundRect">
            <a:avLst>
              <a:gd name="adj" fmla="val 18667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75773A0-3DB9-DAB9-4014-C3106A4DB580}"/>
              </a:ext>
            </a:extLst>
          </p:cNvPr>
          <p:cNvSpPr/>
          <p:nvPr/>
        </p:nvSpPr>
        <p:spPr>
          <a:xfrm>
            <a:off x="1201478" y="1854875"/>
            <a:ext cx="226320" cy="304889"/>
          </a:xfrm>
          <a:prstGeom prst="rect">
            <a:avLst/>
          </a:prstGeom>
          <a:solidFill>
            <a:srgbClr val="7030A0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50">
              <a:solidFill>
                <a:schemeClr val="bg1"/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CDC87FF-C843-F67A-4C85-F9D5C29D077F}"/>
              </a:ext>
            </a:extLst>
          </p:cNvPr>
          <p:cNvSpPr/>
          <p:nvPr/>
        </p:nvSpPr>
        <p:spPr>
          <a:xfrm>
            <a:off x="2746146" y="1831717"/>
            <a:ext cx="3877859" cy="31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IN" sz="2400" b="1" dirty="0">
                <a:solidFill>
                  <a:schemeClr val="bg1"/>
                </a:solidFill>
              </a:rPr>
              <a:t>User Registration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4FAA405-67CD-CF3D-16F7-6A53DCF00400}"/>
              </a:ext>
            </a:extLst>
          </p:cNvPr>
          <p:cNvSpPr/>
          <p:nvPr/>
        </p:nvSpPr>
        <p:spPr>
          <a:xfrm>
            <a:off x="2751988" y="2263380"/>
            <a:ext cx="7997527" cy="9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Citizen Registration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Government Official Registration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Researcher Access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Organization Access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703EF3A2-5350-3046-819F-33B9FECC7493}"/>
              </a:ext>
            </a:extLst>
          </p:cNvPr>
          <p:cNvSpPr/>
          <p:nvPr/>
        </p:nvSpPr>
        <p:spPr>
          <a:xfrm>
            <a:off x="1305824" y="3584275"/>
            <a:ext cx="1174658" cy="45719"/>
          </a:xfrm>
          <a:prstGeom prst="roundRect">
            <a:avLst>
              <a:gd name="adj" fmla="val 29925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B4DFDC2-EA69-12D3-DDFA-B90AADBC1920}"/>
              </a:ext>
            </a:extLst>
          </p:cNvPr>
          <p:cNvSpPr/>
          <p:nvPr/>
        </p:nvSpPr>
        <p:spPr>
          <a:xfrm>
            <a:off x="911496" y="3356024"/>
            <a:ext cx="755138" cy="435525"/>
          </a:xfrm>
          <a:prstGeom prst="roundRect">
            <a:avLst>
              <a:gd name="adj" fmla="val 18667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F2F35F2-E6C9-B01B-0BA7-D4C3145B44D9}"/>
              </a:ext>
            </a:extLst>
          </p:cNvPr>
          <p:cNvSpPr/>
          <p:nvPr/>
        </p:nvSpPr>
        <p:spPr>
          <a:xfrm>
            <a:off x="1128062" y="3429000"/>
            <a:ext cx="299736" cy="304889"/>
          </a:xfrm>
          <a:prstGeom prst="rect">
            <a:avLst/>
          </a:prstGeom>
          <a:solidFill>
            <a:srgbClr val="7030A0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50">
              <a:solidFill>
                <a:schemeClr val="bg1"/>
              </a:solidFill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8CBD6C3-E722-2826-F860-30A2F7B3AA26}"/>
              </a:ext>
            </a:extLst>
          </p:cNvPr>
          <p:cNvSpPr/>
          <p:nvPr/>
        </p:nvSpPr>
        <p:spPr>
          <a:xfrm>
            <a:off x="2746146" y="3448075"/>
            <a:ext cx="3734800" cy="31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IN" sz="2400" b="1" dirty="0">
                <a:solidFill>
                  <a:schemeClr val="bg1"/>
                </a:solidFill>
              </a:rPr>
              <a:t>Secure Authentication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A6EF389-AF52-2373-9258-8CCA392FFC7A}"/>
              </a:ext>
            </a:extLst>
          </p:cNvPr>
          <p:cNvSpPr/>
          <p:nvPr/>
        </p:nvSpPr>
        <p:spPr>
          <a:xfrm>
            <a:off x="2781247" y="3850246"/>
            <a:ext cx="7997527" cy="62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JWT Authentication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Role-Based Access Control</a:t>
            </a: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9C243E9-CEAB-6090-9E48-EF82F427484C}"/>
              </a:ext>
            </a:extLst>
          </p:cNvPr>
          <p:cNvSpPr/>
          <p:nvPr/>
        </p:nvSpPr>
        <p:spPr>
          <a:xfrm>
            <a:off x="1303786" y="4600699"/>
            <a:ext cx="1174658" cy="45719"/>
          </a:xfrm>
          <a:prstGeom prst="roundRect">
            <a:avLst>
              <a:gd name="adj" fmla="val 299258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D0E71F06-8920-4C2B-FD22-501502CBB07A}"/>
              </a:ext>
            </a:extLst>
          </p:cNvPr>
          <p:cNvSpPr/>
          <p:nvPr/>
        </p:nvSpPr>
        <p:spPr>
          <a:xfrm>
            <a:off x="909458" y="4372448"/>
            <a:ext cx="755138" cy="435525"/>
          </a:xfrm>
          <a:prstGeom prst="roundRect">
            <a:avLst>
              <a:gd name="adj" fmla="val 18667"/>
            </a:avLst>
          </a:prstGeom>
          <a:solidFill>
            <a:srgbClr val="7030A0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A897EAC2-7358-DAD3-9123-1ADC0A707367}"/>
              </a:ext>
            </a:extLst>
          </p:cNvPr>
          <p:cNvSpPr/>
          <p:nvPr/>
        </p:nvSpPr>
        <p:spPr>
          <a:xfrm>
            <a:off x="1126343" y="4445424"/>
            <a:ext cx="299185" cy="304889"/>
          </a:xfrm>
          <a:prstGeom prst="rect">
            <a:avLst/>
          </a:prstGeom>
          <a:solidFill>
            <a:srgbClr val="7030A0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50">
              <a:solidFill>
                <a:schemeClr val="bg1"/>
              </a:solidFill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D480B07C-A59D-C9EF-3FB9-0E3A13EA7F62}"/>
              </a:ext>
            </a:extLst>
          </p:cNvPr>
          <p:cNvSpPr/>
          <p:nvPr/>
        </p:nvSpPr>
        <p:spPr>
          <a:xfrm>
            <a:off x="2781247" y="4463634"/>
            <a:ext cx="3842758" cy="31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IN" sz="2400" b="1" dirty="0">
                <a:solidFill>
                  <a:schemeClr val="bg1"/>
                </a:solidFill>
              </a:rPr>
              <a:t>Supported Roles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436CB381-377C-B135-A15D-2951596B8DA9}"/>
              </a:ext>
            </a:extLst>
          </p:cNvPr>
          <p:cNvSpPr/>
          <p:nvPr/>
        </p:nvSpPr>
        <p:spPr>
          <a:xfrm>
            <a:off x="2746146" y="4948862"/>
            <a:ext cx="8850011" cy="62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Administrator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Government Official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Citizen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Researcher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Organization </a:t>
            </a:r>
          </a:p>
          <a:p>
            <a:pPr lvl="0"/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57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53C3641-3770-4193-A27C-6261A09BC2E2}"/>
              </a:ext>
            </a:extLst>
          </p:cNvPr>
          <p:cNvSpPr/>
          <p:nvPr/>
        </p:nvSpPr>
        <p:spPr>
          <a:xfrm>
            <a:off x="7868246" y="714515"/>
            <a:ext cx="3322139" cy="5428969"/>
          </a:xfrm>
          <a:prstGeom prst="roundRect">
            <a:avLst>
              <a:gd name="adj" fmla="val 420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100000"/>
                  <a:alpha val="0"/>
                </a:schemeClr>
              </a:gs>
            </a:gsLst>
            <a:lin ang="5400000" scaled="1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i="1">
              <a:solidFill>
                <a:srgbClr val="5747E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6DB34-8846-4473-A445-3E3B2A30A4F0}"/>
              </a:ext>
            </a:extLst>
          </p:cNvPr>
          <p:cNvSpPr txBox="1"/>
          <p:nvPr/>
        </p:nvSpPr>
        <p:spPr>
          <a:xfrm>
            <a:off x="836140" y="1824406"/>
            <a:ext cx="6291276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rgbClr val="000334"/>
                </a:solidFill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bg1"/>
                </a:solidFill>
              </a:rPr>
              <a:t>Managing Large Volumes of Policy Data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bg1"/>
                </a:solidFill>
              </a:rPr>
              <a:t>Ensuring Secure User Access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bg1"/>
                </a:solidFill>
              </a:rPr>
              <a:t>Providing Accurate Search Results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bg1"/>
                </a:solidFill>
              </a:rPr>
              <a:t>Generating Meaningful Analytics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bg1"/>
                </a:solidFill>
              </a:rPr>
              <a:t>Implemented structured categorization and centralized storage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>
                <a:solidFill>
                  <a:schemeClr val="bg1"/>
                </a:solidFill>
              </a:rPr>
              <a:t>       for efficient policy and scheme management.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bg1"/>
                </a:solidFill>
              </a:rPr>
              <a:t>Used JWT Authentication and Role-Based Access Control (RBAC) to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>
                <a:solidFill>
                  <a:schemeClr val="bg1"/>
                </a:solidFill>
              </a:rPr>
              <a:t>        protect sensitive operations and data.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bg1"/>
                </a:solidFill>
              </a:rPr>
              <a:t>Developed advanced filtering and search mechanisms based on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>
                <a:solidFill>
                  <a:schemeClr val="bg1"/>
                </a:solidFill>
              </a:rPr>
              <a:t>        categories, states, ministries, and departments.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bg1"/>
                </a:solidFill>
              </a:rPr>
              <a:t>Built analytics dashboards and reporting modules to visualize application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400" dirty="0">
                <a:solidFill>
                  <a:schemeClr val="bg1"/>
                </a:solidFill>
              </a:rPr>
              <a:t>        trends and departmental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B2EB2AA-A20C-46B7-B060-0E807A44EECE}"/>
              </a:ext>
            </a:extLst>
          </p:cNvPr>
          <p:cNvSpPr/>
          <p:nvPr/>
        </p:nvSpPr>
        <p:spPr>
          <a:xfrm>
            <a:off x="951636" y="574796"/>
            <a:ext cx="1249610" cy="1249610"/>
          </a:xfrm>
          <a:prstGeom prst="ellipse">
            <a:avLst/>
          </a:prstGeom>
          <a:solidFill>
            <a:schemeClr val="bg1">
              <a:alpha val="15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ko-KR" sz="2000" i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Picture Placeholder 12" descr="A computer with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6F9E1F1C-1461-8DB9-45F0-CE0B1CBE78C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>
            <a:fillRect/>
          </a:stretch>
        </p:blipFill>
        <p:spPr/>
      </p:pic>
      <p:pic>
        <p:nvPicPr>
          <p:cNvPr id="8" name="그래픽 9" descr="채우기 없는 웃는 얼굴">
            <a:extLst>
              <a:ext uri="{FF2B5EF4-FFF2-40B4-BE49-F238E27FC236}">
                <a16:creationId xmlns:a16="http://schemas.microsoft.com/office/drawing/2014/main" id="{80660991-222D-1EAA-E4B7-4F03A0DA78F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241" y="742401"/>
            <a:ext cx="914400" cy="914400"/>
          </a:xfrm>
          <a:prstGeom prst="rect">
            <a:avLst/>
          </a:prstGeom>
        </p:spPr>
      </p:pic>
      <p:sp>
        <p:nvSpPr>
          <p:cNvPr id="9" name="직사각형 22">
            <a:extLst>
              <a:ext uri="{FF2B5EF4-FFF2-40B4-BE49-F238E27FC236}">
                <a16:creationId xmlns:a16="http://schemas.microsoft.com/office/drawing/2014/main" id="{9BFC0F33-CCAE-938D-8F79-5A5B54869273}"/>
              </a:ext>
            </a:extLst>
          </p:cNvPr>
          <p:cNvSpPr/>
          <p:nvPr/>
        </p:nvSpPr>
        <p:spPr>
          <a:xfrm>
            <a:off x="2368851" y="742401"/>
            <a:ext cx="4955760" cy="5847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17918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8498B-FE08-D95C-D84A-6B750505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9A1EE92-DF98-506F-0ADF-6F9A52FAD042}"/>
              </a:ext>
            </a:extLst>
          </p:cNvPr>
          <p:cNvSpPr/>
          <p:nvPr/>
        </p:nvSpPr>
        <p:spPr>
          <a:xfrm>
            <a:off x="7868246" y="714515"/>
            <a:ext cx="3322139" cy="5428969"/>
          </a:xfrm>
          <a:prstGeom prst="roundRect">
            <a:avLst>
              <a:gd name="adj" fmla="val 420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100000"/>
                  <a:alpha val="0"/>
                </a:schemeClr>
              </a:gs>
            </a:gsLst>
            <a:lin ang="5400000" scaled="1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i="1" dirty="0">
              <a:solidFill>
                <a:srgbClr val="5747E1"/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D36ED7E-0A27-EEEA-6D18-C51B62CE5401}"/>
              </a:ext>
            </a:extLst>
          </p:cNvPr>
          <p:cNvSpPr/>
          <p:nvPr/>
        </p:nvSpPr>
        <p:spPr>
          <a:xfrm>
            <a:off x="710089" y="624959"/>
            <a:ext cx="5965031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b="1" u="sng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UI/UX Design</a:t>
            </a:r>
            <a:endParaRPr lang="en-US" sz="4150" u="sng">
              <a:solidFill>
                <a:schemeClr val="bg1"/>
              </a:solidFill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ED2B20D-F0D6-9B34-53EB-4A5BEECD19B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0089" y="1594961"/>
            <a:ext cx="507206" cy="507206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701EE9B7-7788-1418-810E-52441DD19B7F}"/>
              </a:ext>
            </a:extLst>
          </p:cNvPr>
          <p:cNvSpPr/>
          <p:nvPr/>
        </p:nvSpPr>
        <p:spPr>
          <a:xfrm>
            <a:off x="1386899" y="1684400"/>
            <a:ext cx="2663071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User-centric</a:t>
            </a:r>
            <a:endParaRPr lang="en-US" sz="2050">
              <a:solidFill>
                <a:schemeClr val="bg1"/>
              </a:solidFill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A008520-230F-BF59-676A-F64E01F0AAF8}"/>
              </a:ext>
            </a:extLst>
          </p:cNvPr>
          <p:cNvSpPr/>
          <p:nvPr/>
        </p:nvSpPr>
        <p:spPr>
          <a:xfrm>
            <a:off x="710088" y="2286439"/>
            <a:ext cx="5563121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IN" dirty="0">
                <a:solidFill>
                  <a:schemeClr val="bg1"/>
                </a:solidFill>
              </a:rPr>
              <a:t>Designed for citizens, officials, researchers, and organizations.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322C37FB-A049-7AB7-4418-F474F7AD067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710088" y="3037010"/>
            <a:ext cx="507206" cy="507206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3A6F530D-8E1C-5C42-1D24-9DD09E1DF65A}"/>
              </a:ext>
            </a:extLst>
          </p:cNvPr>
          <p:cNvSpPr/>
          <p:nvPr/>
        </p:nvSpPr>
        <p:spPr>
          <a:xfrm>
            <a:off x="1386898" y="3116971"/>
            <a:ext cx="2663071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Responsive Design</a:t>
            </a:r>
            <a:endParaRPr lang="en-US" sz="205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4C814BF-D0B3-62DA-271A-FD2AFFBEBAB9}"/>
              </a:ext>
            </a:extLst>
          </p:cNvPr>
          <p:cNvSpPr/>
          <p:nvPr/>
        </p:nvSpPr>
        <p:spPr>
          <a:xfrm>
            <a:off x="680859" y="3630653"/>
            <a:ext cx="772382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IN" dirty="0">
                <a:solidFill>
                  <a:schemeClr val="bg1"/>
                </a:solidFill>
              </a:rPr>
              <a:t>Supports desktop, tablet, and mobile devices.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DC608BAA-0E60-E882-C688-4153DF00B964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710088" y="4584485"/>
            <a:ext cx="507206" cy="507206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1DC18B82-6D1B-79C2-3DD7-1DFABDF59FDC}"/>
              </a:ext>
            </a:extLst>
          </p:cNvPr>
          <p:cNvSpPr/>
          <p:nvPr/>
        </p:nvSpPr>
        <p:spPr>
          <a:xfrm>
            <a:off x="1386897" y="4671638"/>
            <a:ext cx="3322139" cy="420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Dashboard-Based Experience</a:t>
            </a:r>
            <a:endParaRPr lang="en-US" sz="2050" dirty="0">
              <a:solidFill>
                <a:schemeClr val="bg1"/>
              </a:solidFill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300FEA0-32B7-9BD4-896F-5B2B0C3FD3CC}"/>
              </a:ext>
            </a:extLst>
          </p:cNvPr>
          <p:cNvSpPr/>
          <p:nvPr/>
        </p:nvSpPr>
        <p:spPr>
          <a:xfrm>
            <a:off x="1386897" y="5052462"/>
            <a:ext cx="772382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b="1" dirty="0">
                <a:solidFill>
                  <a:schemeClr val="bg1"/>
                </a:solidFill>
              </a:rPr>
              <a:t>Separate dashboards for: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Citizens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Government Officials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Administrators</a:t>
            </a:r>
          </a:p>
        </p:txBody>
      </p:sp>
      <p:pic>
        <p:nvPicPr>
          <p:cNvPr id="18" name="그림 1">
            <a:extLst>
              <a:ext uri="{FF2B5EF4-FFF2-40B4-BE49-F238E27FC236}">
                <a16:creationId xmlns:a16="http://schemas.microsoft.com/office/drawing/2014/main" id="{BFD184A3-CDD0-2603-179F-CA957A6213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903" y="1280490"/>
            <a:ext cx="3646017" cy="2169380"/>
          </a:xfrm>
          <a:prstGeom prst="rect">
            <a:avLst/>
          </a:prstGeom>
        </p:spPr>
      </p:pic>
      <p:pic>
        <p:nvPicPr>
          <p:cNvPr id="19" name="Picture Placeholder 5" descr="A person sitting at a desk working on a computer&#10;&#10;Description automatically generated">
            <a:extLst>
              <a:ext uri="{FF2B5EF4-FFF2-40B4-BE49-F238E27FC236}">
                <a16:creationId xmlns:a16="http://schemas.microsoft.com/office/drawing/2014/main" id="{78DB31B0-FC1F-5C59-95A9-6C279EED08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8" r="7228"/>
          <a:stretch>
            <a:fillRect/>
          </a:stretch>
        </p:blipFill>
        <p:spPr>
          <a:xfrm>
            <a:off x="8203376" y="1356574"/>
            <a:ext cx="2547069" cy="1680436"/>
          </a:xfrm>
          <a:prstGeom prst="roundRect">
            <a:avLst>
              <a:gd name="adj" fmla="val 0"/>
            </a:avLst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696E26-2272-D1D4-CBC9-F1EB7151BF6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31471" y="1290637"/>
            <a:ext cx="3195687" cy="210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3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04FC9-541F-7D3D-6FBB-093285B5A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A3F9D2-2847-6541-25FD-5267D5599215}"/>
              </a:ext>
            </a:extLst>
          </p:cNvPr>
          <p:cNvSpPr txBox="1"/>
          <p:nvPr/>
        </p:nvSpPr>
        <p:spPr>
          <a:xfrm>
            <a:off x="625096" y="1556118"/>
            <a:ext cx="6955961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Showcase screenshots of key UI components: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Landing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15642-0312-A982-84AE-BB76F73281FC}"/>
              </a:ext>
            </a:extLst>
          </p:cNvPr>
          <p:cNvSpPr txBox="1"/>
          <p:nvPr/>
        </p:nvSpPr>
        <p:spPr>
          <a:xfrm>
            <a:off x="852486" y="800824"/>
            <a:ext cx="9440375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2800" b="1" u="sng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(UI) Mock-ups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E8540C-4515-82F2-FA3A-63C9CD598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161" y="2078922"/>
            <a:ext cx="6307192" cy="416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6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86B06-6577-A8DA-BEF7-F5E78224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CEC824-5D91-4788-B555-1903A2058FC5}"/>
              </a:ext>
            </a:extLst>
          </p:cNvPr>
          <p:cNvSpPr txBox="1"/>
          <p:nvPr/>
        </p:nvSpPr>
        <p:spPr>
          <a:xfrm>
            <a:off x="705363" y="507336"/>
            <a:ext cx="62557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EE535-25EA-B4C1-28BB-919AF4BC6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070" y="1517896"/>
            <a:ext cx="7133859" cy="400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94825-5B4C-9E7C-E32D-F72618C2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441F5E-D603-3198-0C28-1E77635B7B95}"/>
              </a:ext>
            </a:extLst>
          </p:cNvPr>
          <p:cNvSpPr txBox="1"/>
          <p:nvPr/>
        </p:nvSpPr>
        <p:spPr>
          <a:xfrm>
            <a:off x="705363" y="507336"/>
            <a:ext cx="62557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C6275E-FA40-6B50-DDE6-4F08D7749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433" y="1418664"/>
            <a:ext cx="9428801" cy="44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1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C2ECD1-3E02-08DD-05F5-784A25CA5CC9}"/>
              </a:ext>
            </a:extLst>
          </p:cNvPr>
          <p:cNvSpPr txBox="1"/>
          <p:nvPr/>
        </p:nvSpPr>
        <p:spPr>
          <a:xfrm>
            <a:off x="681088" y="548334"/>
            <a:ext cx="6094428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 Dashboard: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A304A-4604-1AC5-B0B1-DDFBB6EAC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335" y="1443110"/>
            <a:ext cx="8826631" cy="41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6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E6933-927B-13EA-5229-9DB1DFE1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237A20-F282-3EEE-CB0E-D6A57C710438}"/>
              </a:ext>
            </a:extLst>
          </p:cNvPr>
          <p:cNvSpPr txBox="1"/>
          <p:nvPr/>
        </p:nvSpPr>
        <p:spPr>
          <a:xfrm>
            <a:off x="705363" y="507336"/>
            <a:ext cx="62557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9B2687-5E5F-82E4-73B0-AB7F37A31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951" y="1153291"/>
            <a:ext cx="6434098" cy="500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1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C7EE-D9E9-E12C-5597-05B7D663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105105-6DDB-E7C7-251E-352B0A54C1AA}"/>
              </a:ext>
            </a:extLst>
          </p:cNvPr>
          <p:cNvSpPr txBox="1"/>
          <p:nvPr/>
        </p:nvSpPr>
        <p:spPr>
          <a:xfrm>
            <a:off x="705363" y="507336"/>
            <a:ext cx="62557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Search &amp; Eligibility checker: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922FE-7626-0819-4213-E9CE2E96530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6267" y="1626407"/>
            <a:ext cx="5259359" cy="3605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3996A5-4355-55AF-DFB4-8588E0BAE5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74" y="1626407"/>
            <a:ext cx="5607610" cy="360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8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9D85-1183-3DAD-813D-B305D240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01A98B-C7DB-D3BA-221A-CB85C4F96AE8}"/>
              </a:ext>
            </a:extLst>
          </p:cNvPr>
          <p:cNvSpPr txBox="1"/>
          <p:nvPr/>
        </p:nvSpPr>
        <p:spPr>
          <a:xfrm>
            <a:off x="705363" y="507336"/>
            <a:ext cx="62557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Comparison: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270726-3038-D1A3-EEF5-F5C9B2CB5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629" y="1218637"/>
            <a:ext cx="6186742" cy="466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9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2B61D0-A42C-32A3-CDB3-67D983D82B85}"/>
              </a:ext>
            </a:extLst>
          </p:cNvPr>
          <p:cNvSpPr txBox="1"/>
          <p:nvPr/>
        </p:nvSpPr>
        <p:spPr>
          <a:xfrm>
            <a:off x="671660" y="548334"/>
            <a:ext cx="6094428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IN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Approval Dashboard: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B7A68F-FBFF-B62D-297D-E86E53B14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563" y="1307410"/>
            <a:ext cx="7970330" cy="469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31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A7A4-37F5-FDE3-FD39-D515766AF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67D175-5780-EA0C-36B5-D9AAD8BEF06D}"/>
              </a:ext>
            </a:extLst>
          </p:cNvPr>
          <p:cNvSpPr txBox="1"/>
          <p:nvPr/>
        </p:nvSpPr>
        <p:spPr>
          <a:xfrm>
            <a:off x="705363" y="507336"/>
            <a:ext cx="625577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IN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Page: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50777-A218-A7B6-44F9-B95B329F9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944" y="1233209"/>
            <a:ext cx="8459208" cy="43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7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820C2944-3AD6-4556-AE23-387D86498739}"/>
              </a:ext>
            </a:extLst>
          </p:cNvPr>
          <p:cNvSpPr/>
          <p:nvPr/>
        </p:nvSpPr>
        <p:spPr>
          <a:xfrm>
            <a:off x="2864119" y="5655390"/>
            <a:ext cx="4031986" cy="30777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altLang="ko-KR" sz="1400" i="1" dirty="0">
                <a:solidFill>
                  <a:schemeClr val="bg1"/>
                </a:solidFill>
                <a:latin typeface="+mj-lt"/>
              </a:rPr>
              <a:t>Ashit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A67451-CF14-4872-AFDC-CC4E636D99FB}"/>
              </a:ext>
            </a:extLst>
          </p:cNvPr>
          <p:cNvSpPr/>
          <p:nvPr/>
        </p:nvSpPr>
        <p:spPr>
          <a:xfrm>
            <a:off x="-231884" y="5655390"/>
            <a:ext cx="4031986" cy="5232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altLang="ko-KR" sz="1400" i="1" dirty="0">
                <a:solidFill>
                  <a:schemeClr val="bg1"/>
                </a:solidFill>
                <a:latin typeface="+mj-lt"/>
              </a:rPr>
              <a:t>Piyush</a:t>
            </a:r>
          </a:p>
          <a:p>
            <a:pPr algn="ctr"/>
            <a:endParaRPr lang="en-US" altLang="ko-KR" sz="14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3AB310-0EE7-4F04-9EE2-F29C15CDD429}"/>
              </a:ext>
            </a:extLst>
          </p:cNvPr>
          <p:cNvSpPr/>
          <p:nvPr/>
        </p:nvSpPr>
        <p:spPr>
          <a:xfrm>
            <a:off x="5521785" y="5655390"/>
            <a:ext cx="4031986" cy="5232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altLang="ko-KR" sz="1400" i="1" dirty="0">
                <a:solidFill>
                  <a:schemeClr val="bg1"/>
                </a:solidFill>
                <a:latin typeface="+mj-lt"/>
              </a:rPr>
              <a:t>Sujitha</a:t>
            </a:r>
          </a:p>
          <a:p>
            <a:pPr algn="ctr"/>
            <a:endParaRPr lang="en-US" altLang="ko-KR" sz="14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236E0A-5EBC-5C7B-C9A9-5DE41EE80AFB}"/>
              </a:ext>
            </a:extLst>
          </p:cNvPr>
          <p:cNvSpPr txBox="1"/>
          <p:nvPr/>
        </p:nvSpPr>
        <p:spPr>
          <a:xfrm>
            <a:off x="3116244" y="1063140"/>
            <a:ext cx="584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i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Our Team:-</a:t>
            </a:r>
            <a:endParaRPr lang="ko-KR" altLang="en-US" sz="6600" i="1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Picture Placeholder 5" descr="A person in a suit and tie&#10;&#10;Description automatically generated">
            <a:extLst>
              <a:ext uri="{FF2B5EF4-FFF2-40B4-BE49-F238E27FC236}">
                <a16:creationId xmlns:a16="http://schemas.microsoft.com/office/drawing/2014/main" id="{375C8C83-4DFA-6BB6-B433-9580F323C1D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7306" y="3260399"/>
            <a:ext cx="1971768" cy="1972895"/>
          </a:xfrm>
        </p:spPr>
      </p:pic>
      <p:pic>
        <p:nvPicPr>
          <p:cNvPr id="10" name="Picture Placeholder 9" descr="A black and white image of a person&#10;&#10;Description automatically generated">
            <a:extLst>
              <a:ext uri="{FF2B5EF4-FFF2-40B4-BE49-F238E27FC236}">
                <a16:creationId xmlns:a16="http://schemas.microsoft.com/office/drawing/2014/main" id="{AB1B14FA-2700-A9A3-2352-6B227E9EB56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9" b="2609"/>
          <a:stretch>
            <a:fillRect/>
          </a:stretch>
        </p:blipFill>
        <p:spPr>
          <a:xfrm>
            <a:off x="6551894" y="3347526"/>
            <a:ext cx="1971768" cy="1920198"/>
          </a:xfrm>
        </p:spPr>
      </p:pic>
      <p:pic>
        <p:nvPicPr>
          <p:cNvPr id="21" name="Picture Placeholder 5" descr="A person in a suit and tie&#10;&#10;Description automatically generated">
            <a:extLst>
              <a:ext uri="{FF2B5EF4-FFF2-40B4-BE49-F238E27FC236}">
                <a16:creationId xmlns:a16="http://schemas.microsoft.com/office/drawing/2014/main" id="{308749B7-B383-3784-CE67-89BAC5A0A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12926" y="3266124"/>
            <a:ext cx="1971768" cy="1972895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</p:pic>
      <p:pic>
        <p:nvPicPr>
          <p:cNvPr id="7" name="Picture Placeholder 5" descr="A person in a suit and tie&#10;&#10;Description automatically generated">
            <a:extLst>
              <a:ext uri="{FF2B5EF4-FFF2-40B4-BE49-F238E27FC236}">
                <a16:creationId xmlns:a16="http://schemas.microsoft.com/office/drawing/2014/main" id="{9E533317-AA27-F846-89E2-7E58E041F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64025" y="3294829"/>
            <a:ext cx="1971768" cy="1972895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</p:pic>
      <p:sp>
        <p:nvSpPr>
          <p:cNvPr id="11" name="직사각형 16">
            <a:extLst>
              <a:ext uri="{FF2B5EF4-FFF2-40B4-BE49-F238E27FC236}">
                <a16:creationId xmlns:a16="http://schemas.microsoft.com/office/drawing/2014/main" id="{34FE42DD-5B90-C2DA-9008-6D3E9E503773}"/>
              </a:ext>
            </a:extLst>
          </p:cNvPr>
          <p:cNvSpPr/>
          <p:nvPr/>
        </p:nvSpPr>
        <p:spPr>
          <a:xfrm>
            <a:off x="8282817" y="5648330"/>
            <a:ext cx="4031986" cy="5232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altLang="ko-KR" sz="1400" i="1" dirty="0">
                <a:solidFill>
                  <a:schemeClr val="bg1"/>
                </a:solidFill>
                <a:latin typeface="+mj-lt"/>
              </a:rPr>
              <a:t>Nikhil</a:t>
            </a:r>
          </a:p>
          <a:p>
            <a:pPr algn="ctr"/>
            <a:endParaRPr lang="en-US" altLang="ko-KR" sz="1400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766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2CD8-DD6F-3619-6767-F5632AE6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D9F057-77DE-C3A4-2A81-560F8B3A98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642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120FB5-91DD-E6C4-3246-498EE1F0B17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564" y="1746526"/>
            <a:ext cx="5612158" cy="3364948"/>
          </a:xfrm>
          <a:prstGeom prst="rect">
            <a:avLst/>
          </a:prstGeom>
        </p:spPr>
      </p:pic>
      <p:pic>
        <p:nvPicPr>
          <p:cNvPr id="13" name="Picture 12" descr="A blue rectangle with blue lines&#10;&#10;Description automatically generated">
            <a:extLst>
              <a:ext uri="{FF2B5EF4-FFF2-40B4-BE49-F238E27FC236}">
                <a16:creationId xmlns:a16="http://schemas.microsoft.com/office/drawing/2014/main" id="{5D3260B5-5839-28B9-9E2E-070EFC4B3AC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aintStrokes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639" y="-493575"/>
            <a:ext cx="7845149" cy="78451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C032A5-AAE5-04C9-3999-43F28338926B}"/>
              </a:ext>
            </a:extLst>
          </p:cNvPr>
          <p:cNvSpPr txBox="1"/>
          <p:nvPr/>
        </p:nvSpPr>
        <p:spPr>
          <a:xfrm>
            <a:off x="3268133" y="2828838"/>
            <a:ext cx="5655734" cy="120032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7200" b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Q&amp;A</a:t>
            </a:r>
            <a:endParaRPr lang="en-US" altLang="ko-KR" sz="7200" b="0" i="1"/>
          </a:p>
        </p:txBody>
      </p:sp>
      <p:pic>
        <p:nvPicPr>
          <p:cNvPr id="7" name="Picture 6" descr="A blue and white line on a black background&#10;&#10;Description automatically generated">
            <a:extLst>
              <a:ext uri="{FF2B5EF4-FFF2-40B4-BE49-F238E27FC236}">
                <a16:creationId xmlns:a16="http://schemas.microsoft.com/office/drawing/2014/main" id="{E326C54B-2145-6CE7-DCFD-7F5B8FE040F4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219" y="3252742"/>
            <a:ext cx="1690576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3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CE737E-1A32-A401-3FD7-C3DE4E306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642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D70C0C-59A0-61F2-6698-AE4CA1BAE43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564" y="1746526"/>
            <a:ext cx="5612158" cy="3364948"/>
          </a:xfrm>
          <a:prstGeom prst="rect">
            <a:avLst/>
          </a:prstGeom>
        </p:spPr>
      </p:pic>
      <p:pic>
        <p:nvPicPr>
          <p:cNvPr id="13" name="Picture 12" descr="A blue rectangle with blue lines&#10;&#10;Description automatically generated">
            <a:extLst>
              <a:ext uri="{FF2B5EF4-FFF2-40B4-BE49-F238E27FC236}">
                <a16:creationId xmlns:a16="http://schemas.microsoft.com/office/drawing/2014/main" id="{043612B3-EAFE-C5AE-DCA9-9D2A99907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aintStrokes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68" y="-493575"/>
            <a:ext cx="7845149" cy="78451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977815-7F5D-7182-3AAB-58207A2A5A87}"/>
              </a:ext>
            </a:extLst>
          </p:cNvPr>
          <p:cNvSpPr txBox="1"/>
          <p:nvPr/>
        </p:nvSpPr>
        <p:spPr>
          <a:xfrm>
            <a:off x="3268133" y="2828838"/>
            <a:ext cx="5655734" cy="120032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sz="7200" b="0" i="1"/>
              <a:t>Thank you</a:t>
            </a:r>
          </a:p>
        </p:txBody>
      </p:sp>
      <p:pic>
        <p:nvPicPr>
          <p:cNvPr id="7" name="Picture 6" descr="A blue and white line on a black background&#10;&#10;Description automatically generated">
            <a:extLst>
              <a:ext uri="{FF2B5EF4-FFF2-40B4-BE49-F238E27FC236}">
                <a16:creationId xmlns:a16="http://schemas.microsoft.com/office/drawing/2014/main" id="{703AD768-E2EA-46BC-8085-301EC87C1B08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927" y="3252742"/>
            <a:ext cx="3740574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97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unito Black - Nunito ExtraLight">
      <a:majorFont>
        <a:latin typeface="Nunito Black"/>
        <a:ea typeface="Arial Unicode MS"/>
        <a:cs typeface=""/>
      </a:majorFont>
      <a:minorFont>
        <a:latin typeface="Nunito Extra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15000"/>
          </a:schemeClr>
        </a:solidFill>
        <a:ln w="6350">
          <a:solidFill>
            <a:schemeClr val="bg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0" i="1" dirty="0" smtClean="0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409</Words>
  <Application>Microsoft Office PowerPoint</Application>
  <PresentationFormat>Widescreen</PresentationFormat>
  <Paragraphs>131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Times New Roman</vt:lpstr>
      <vt:lpstr>Apple Symbols</vt:lpstr>
      <vt:lpstr>Wingdings</vt:lpstr>
      <vt:lpstr>Arial</vt:lpstr>
      <vt:lpstr>맑은 고딕</vt:lpstr>
      <vt:lpstr>Nunito Black</vt:lpstr>
      <vt:lpstr>Elephant Pro</vt:lpstr>
      <vt:lpstr>Petrona Bold</vt:lpstr>
      <vt:lpstr>PPTMON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Ashit Pattanayak</cp:lastModifiedBy>
  <cp:revision>1</cp:revision>
  <dcterms:created xsi:type="dcterms:W3CDTF">2019-04-06T05:20:47Z</dcterms:created>
  <dcterms:modified xsi:type="dcterms:W3CDTF">2026-08-21T17:45:17Z</dcterms:modified>
</cp:coreProperties>
</file>